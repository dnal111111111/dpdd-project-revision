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4.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theme/theme3.xml" ContentType="application/vnd.openxmlformats-officedocument.theme+xml"/>
  <Override PartName="/ppt/theme/theme2.xml" ContentType="application/vnd.openxmlformats-officedocument.theme+xml"/>
  <Override PartName="/ppt/theme/theme1.xml" ContentType="application/vnd.openxmlformats-officedocument.theme+xml"/>
  <Override PartName="/ppt/notesMasters/notesMaster1.xml" ContentType="application/vnd.openxmlformats-officedocument.presentationml.notesMaster+xml"/>
  <Override PartName="/ppt/tableStyles.xml" ContentType="application/vnd.openxmlformats-officedocument.presentationml.tableStyles+xml"/>
  <Override PartName="/ppt/viewProps.xml" ContentType="application/vnd.openxmlformats-officedocument.presentationml.viewProps+xml"/>
  <Override PartName="/ppt/presProps.xml" ContentType="application/vnd.openxmlformats-officedocument.presentationml.presProps+xml"/>
  <Override PartName="/docProps/core.xml" ContentType="application/vnd.openxmlformats-package.core-properties+xml"/>
  <Override PartName="/docProps/app.xml" ContentType="application/vnd.openxmlformats-officedocument.extended-propertie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9" r:id="rId1"/>
    <p:sldMasterId id="2147483841" r:id="rId2"/>
  </p:sldMasterIdLst>
  <p:notesMasterIdLst>
    <p:notesMasterId r:id="rId18"/>
  </p:notesMasterIdLst>
  <p:sldIdLst>
    <p:sldId id="341" r:id="rId3"/>
    <p:sldId id="257" r:id="rId4"/>
    <p:sldId id="360" r:id="rId5"/>
    <p:sldId id="342" r:id="rId6"/>
    <p:sldId id="345" r:id="rId7"/>
    <p:sldId id="346" r:id="rId8"/>
    <p:sldId id="347" r:id="rId9"/>
    <p:sldId id="349" r:id="rId10"/>
    <p:sldId id="350" r:id="rId11"/>
    <p:sldId id="351" r:id="rId12"/>
    <p:sldId id="352" r:id="rId13"/>
    <p:sldId id="353" r:id="rId14"/>
    <p:sldId id="355" r:id="rId15"/>
    <p:sldId id="358" r:id="rId16"/>
    <p:sldId id="361" r:id="rId17"/>
  </p:sldIdLst>
  <p:sldSz cx="9144000" cy="6858000" type="screen4x3"/>
  <p:notesSz cx="6858000" cy="9144000"/>
  <p:defaultTextStyle>
    <a:defPPr>
      <a:defRPr lang="en-GB"/>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p:defaultTextStyle>
  <p:extLst>
    <p:ext uri="{EFAFB233-063F-42B5-8137-9DF3F51BA10A}">
      <p15:sldGuideLst xmlns:p15="http://schemas.microsoft.com/office/powerpoint/2012/main">
        <p15:guide id="1" orient="horz" pos="2341">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9900"/>
    <a:srgbClr val="FF0000"/>
    <a:srgbClr val="0066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1057" autoAdjust="0"/>
    <p:restoredTop sz="73209" autoAdjust="0"/>
  </p:normalViewPr>
  <p:slideViewPr>
    <p:cSldViewPr>
      <p:cViewPr varScale="1">
        <p:scale>
          <a:sx n="75" d="100"/>
          <a:sy n="75" d="100"/>
        </p:scale>
        <p:origin x="1668" y="42"/>
      </p:cViewPr>
      <p:guideLst>
        <p:guide orient="horz" pos="2341"/>
        <p:guide pos="2880"/>
      </p:guideLst>
    </p:cSldViewPr>
  </p:slideViewPr>
  <p:notesTextViewPr>
    <p:cViewPr>
      <p:scale>
        <a:sx n="100" d="100"/>
        <a:sy n="100" d="100"/>
      </p:scale>
      <p:origin x="0" y="0"/>
    </p:cViewPr>
  </p:notesTextViewPr>
  <p:notesViewPr>
    <p:cSldViewPr>
      <p:cViewPr>
        <p:scale>
          <a:sx n="75" d="100"/>
          <a:sy n="75" d="100"/>
        </p:scale>
        <p:origin x="-1536" y="283"/>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notesMaster" Target="notesMasters/notesMaster1.xml"/><Relationship Id="rId3" Type="http://schemas.openxmlformats.org/officeDocument/2006/relationships/slide" Target="slides/slide1.xml"/><Relationship Id="rId21" Type="http://schemas.openxmlformats.org/officeDocument/2006/relationships/theme" Target="theme/theme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customXml" Target="../customXml/item3.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customXml" Target="../customXml/item2.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customXml" Target="../customXml/item1.xml"/><Relationship Id="rId10" Type="http://schemas.openxmlformats.org/officeDocument/2006/relationships/slide" Target="slides/slide8.xml"/><Relationship Id="rId19" Type="http://schemas.openxmlformats.org/officeDocument/2006/relationships/presProps" Target="presProp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1746" name="Rectangle 2">
            <a:extLst>
              <a:ext uri="{FF2B5EF4-FFF2-40B4-BE49-F238E27FC236}">
                <a16:creationId xmlns:a16="http://schemas.microsoft.com/office/drawing/2014/main" id="{E5DFDF44-A1AD-46B6-9AE7-38A86E847613}"/>
              </a:ext>
            </a:extLst>
          </p:cNvPr>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1" hangingPunct="1">
              <a:defRPr sz="1200">
                <a:latin typeface="Arial" pitchFamily="34" charset="0"/>
                <a:cs typeface="Arial" pitchFamily="34" charset="0"/>
              </a:defRPr>
            </a:lvl1pPr>
          </a:lstStyle>
          <a:p>
            <a:pPr>
              <a:defRPr/>
            </a:pPr>
            <a:endParaRPr lang="en-GB"/>
          </a:p>
        </p:txBody>
      </p:sp>
      <p:sp>
        <p:nvSpPr>
          <p:cNvPr id="31747" name="Rectangle 3">
            <a:extLst>
              <a:ext uri="{FF2B5EF4-FFF2-40B4-BE49-F238E27FC236}">
                <a16:creationId xmlns:a16="http://schemas.microsoft.com/office/drawing/2014/main" id="{924D3F03-CF39-46FB-BB7B-3FEF68A16EC9}"/>
              </a:ext>
            </a:extLst>
          </p:cNvPr>
          <p:cNvSpPr>
            <a:spLocks noGrp="1" noChangeArrowheads="1"/>
          </p:cNvSpPr>
          <p:nvPr>
            <p:ph type="dt"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defRPr sz="1200">
                <a:latin typeface="Arial" pitchFamily="34" charset="0"/>
                <a:cs typeface="Arial" pitchFamily="34" charset="0"/>
              </a:defRPr>
            </a:lvl1pPr>
          </a:lstStyle>
          <a:p>
            <a:pPr>
              <a:defRPr/>
            </a:pPr>
            <a:endParaRPr lang="en-GB"/>
          </a:p>
        </p:txBody>
      </p:sp>
      <p:sp>
        <p:nvSpPr>
          <p:cNvPr id="15364" name="Rectangle 4">
            <a:extLst>
              <a:ext uri="{FF2B5EF4-FFF2-40B4-BE49-F238E27FC236}">
                <a16:creationId xmlns:a16="http://schemas.microsoft.com/office/drawing/2014/main" id="{3C66DB9D-43D4-4717-98B1-D7716516049C}"/>
              </a:ext>
            </a:extLst>
          </p:cNvPr>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1749" name="Rectangle 5">
            <a:extLst>
              <a:ext uri="{FF2B5EF4-FFF2-40B4-BE49-F238E27FC236}">
                <a16:creationId xmlns:a16="http://schemas.microsoft.com/office/drawing/2014/main" id="{03D47A9F-6558-4B6C-8C8E-22D8AEEDF09E}"/>
              </a:ext>
            </a:extLst>
          </p:cNvPr>
          <p:cNvSpPr>
            <a:spLocks noGrp="1" noChangeArrowheads="1"/>
          </p:cNvSpPr>
          <p:nvPr>
            <p:ph type="body" sz="quarter" idx="3"/>
          </p:nvPr>
        </p:nvSpPr>
        <p:spPr bwMode="auto">
          <a:xfrm>
            <a:off x="685800" y="4343400"/>
            <a:ext cx="54864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GB" noProof="0"/>
              <a:t>Click to edit Master text styles</a:t>
            </a:r>
          </a:p>
          <a:p>
            <a:pPr lvl="1"/>
            <a:r>
              <a:rPr lang="en-GB" noProof="0"/>
              <a:t>Second level</a:t>
            </a:r>
          </a:p>
          <a:p>
            <a:pPr lvl="2"/>
            <a:r>
              <a:rPr lang="en-GB" noProof="0"/>
              <a:t>Third level</a:t>
            </a:r>
          </a:p>
          <a:p>
            <a:pPr lvl="3"/>
            <a:r>
              <a:rPr lang="en-GB" noProof="0"/>
              <a:t>Fourth level</a:t>
            </a:r>
          </a:p>
          <a:p>
            <a:pPr lvl="4"/>
            <a:r>
              <a:rPr lang="en-GB" noProof="0"/>
              <a:t>Fifth level</a:t>
            </a:r>
          </a:p>
        </p:txBody>
      </p:sp>
      <p:sp>
        <p:nvSpPr>
          <p:cNvPr id="31750" name="Rectangle 6">
            <a:extLst>
              <a:ext uri="{FF2B5EF4-FFF2-40B4-BE49-F238E27FC236}">
                <a16:creationId xmlns:a16="http://schemas.microsoft.com/office/drawing/2014/main" id="{6AB3C4A1-24B3-44A9-9DC8-E427B4A6AEDD}"/>
              </a:ext>
            </a:extLst>
          </p:cNvPr>
          <p:cNvSpPr>
            <a:spLocks noGrp="1" noChangeArrowheads="1"/>
          </p:cNvSpPr>
          <p:nvPr>
            <p:ph type="ftr" sz="quarter" idx="4"/>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eaLnBrk="1" hangingPunct="1">
              <a:defRPr sz="1200">
                <a:latin typeface="Arial" pitchFamily="34" charset="0"/>
                <a:cs typeface="Arial" pitchFamily="34" charset="0"/>
              </a:defRPr>
            </a:lvl1pPr>
          </a:lstStyle>
          <a:p>
            <a:pPr>
              <a:defRPr/>
            </a:pPr>
            <a:endParaRPr lang="en-GB"/>
          </a:p>
        </p:txBody>
      </p:sp>
      <p:sp>
        <p:nvSpPr>
          <p:cNvPr id="31751" name="Rectangle 7">
            <a:extLst>
              <a:ext uri="{FF2B5EF4-FFF2-40B4-BE49-F238E27FC236}">
                <a16:creationId xmlns:a16="http://schemas.microsoft.com/office/drawing/2014/main" id="{42167697-9C63-4543-8555-5CFF596E0102}"/>
              </a:ext>
            </a:extLst>
          </p:cNvPr>
          <p:cNvSpPr>
            <a:spLocks noGrp="1" noChangeArrowheads="1"/>
          </p:cNvSpPr>
          <p:nvPr>
            <p:ph type="sldNum" sz="quarter" idx="5"/>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eaLnBrk="1" hangingPunct="1">
              <a:defRPr sz="1200"/>
            </a:lvl1pPr>
          </a:lstStyle>
          <a:p>
            <a:pPr>
              <a:defRPr/>
            </a:pPr>
            <a:fld id="{165323BA-7296-483C-BD7B-BDD3DD599FB2}" type="slidenum">
              <a:rPr lang="en-GB" altLang="en-US"/>
              <a:pPr>
                <a:defRPr/>
              </a:pPr>
              <a:t>‹#›</a:t>
            </a:fld>
            <a:endParaRPr lang="en-GB"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pitchFamily="34" charset="0"/>
        <a:ea typeface="+mn-ea"/>
        <a:cs typeface="Arial" pitchFamily="34" charset="0"/>
      </a:defRPr>
    </a:lvl1pPr>
    <a:lvl2pPr marL="457200" algn="l" rtl="0" eaLnBrk="0" fontAlgn="base" hangingPunct="0">
      <a:spcBef>
        <a:spcPct val="30000"/>
      </a:spcBef>
      <a:spcAft>
        <a:spcPct val="0"/>
      </a:spcAft>
      <a:defRPr sz="1200" kern="1200">
        <a:solidFill>
          <a:schemeClr val="tx1"/>
        </a:solidFill>
        <a:latin typeface="Arial" pitchFamily="34" charset="0"/>
        <a:ea typeface="+mn-ea"/>
        <a:cs typeface="Arial" pitchFamily="34" charset="0"/>
      </a:defRPr>
    </a:lvl2pPr>
    <a:lvl3pPr marL="914400" algn="l" rtl="0" eaLnBrk="0" fontAlgn="base" hangingPunct="0">
      <a:spcBef>
        <a:spcPct val="30000"/>
      </a:spcBef>
      <a:spcAft>
        <a:spcPct val="0"/>
      </a:spcAft>
      <a:defRPr sz="1200" kern="1200">
        <a:solidFill>
          <a:schemeClr val="tx1"/>
        </a:solidFill>
        <a:latin typeface="Arial" pitchFamily="34" charset="0"/>
        <a:ea typeface="+mn-ea"/>
        <a:cs typeface="Arial" pitchFamily="34" charset="0"/>
      </a:defRPr>
    </a:lvl3pPr>
    <a:lvl4pPr marL="1371600" algn="l" rtl="0" eaLnBrk="0" fontAlgn="base" hangingPunct="0">
      <a:spcBef>
        <a:spcPct val="30000"/>
      </a:spcBef>
      <a:spcAft>
        <a:spcPct val="0"/>
      </a:spcAft>
      <a:defRPr sz="1200" kern="1200">
        <a:solidFill>
          <a:schemeClr val="tx1"/>
        </a:solidFill>
        <a:latin typeface="Arial" pitchFamily="34" charset="0"/>
        <a:ea typeface="+mn-ea"/>
        <a:cs typeface="Arial" pitchFamily="34" charset="0"/>
      </a:defRPr>
    </a:lvl4pPr>
    <a:lvl5pPr marL="1828800" algn="l" rtl="0" eaLnBrk="0" fontAlgn="base" hangingPunct="0">
      <a:spcBef>
        <a:spcPct val="30000"/>
      </a:spcBef>
      <a:spcAft>
        <a:spcPct val="0"/>
      </a:spcAft>
      <a:defRPr sz="1200" kern="1200">
        <a:solidFill>
          <a:schemeClr val="tx1"/>
        </a:solidFill>
        <a:latin typeface="Arial" pitchFamily="34" charset="0"/>
        <a:ea typeface="+mn-ea"/>
        <a:cs typeface="Arial" pitchFamily="34" charset="0"/>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7">
            <a:extLst>
              <a:ext uri="{FF2B5EF4-FFF2-40B4-BE49-F238E27FC236}">
                <a16:creationId xmlns:a16="http://schemas.microsoft.com/office/drawing/2014/main" id="{A4FEFAE8-08F3-47DC-A28A-A7F58E69511A}"/>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A7048C67-2AED-4691-84C7-3CAEC953A1D1}" type="slidenum">
              <a:rPr lang="en-GB" altLang="en-US" smtClean="0"/>
              <a:pPr>
                <a:spcBef>
                  <a:spcPct val="0"/>
                </a:spcBef>
              </a:pPr>
              <a:t>1</a:t>
            </a:fld>
            <a:endParaRPr lang="en-GB" altLang="en-US"/>
          </a:p>
        </p:txBody>
      </p:sp>
      <p:sp>
        <p:nvSpPr>
          <p:cNvPr id="17411" name="Rectangle 2">
            <a:extLst>
              <a:ext uri="{FF2B5EF4-FFF2-40B4-BE49-F238E27FC236}">
                <a16:creationId xmlns:a16="http://schemas.microsoft.com/office/drawing/2014/main" id="{2636C127-663C-4A8A-A774-14CD924A60DA}"/>
              </a:ext>
            </a:extLst>
          </p:cNvPr>
          <p:cNvSpPr>
            <a:spLocks noGrp="1" noRot="1" noChangeAspect="1" noChangeArrowheads="1" noTextEdit="1"/>
          </p:cNvSpPr>
          <p:nvPr>
            <p:ph type="sldImg"/>
          </p:nvPr>
        </p:nvSpPr>
        <p:spPr>
          <a:ln/>
        </p:spPr>
      </p:sp>
      <p:sp>
        <p:nvSpPr>
          <p:cNvPr id="17412" name="Rectangle 3">
            <a:extLst>
              <a:ext uri="{FF2B5EF4-FFF2-40B4-BE49-F238E27FC236}">
                <a16:creationId xmlns:a16="http://schemas.microsoft.com/office/drawing/2014/main" id="{D16A65F2-8B25-4953-AEA8-272CE4C7F11A}"/>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7">
            <a:extLst>
              <a:ext uri="{FF2B5EF4-FFF2-40B4-BE49-F238E27FC236}">
                <a16:creationId xmlns:a16="http://schemas.microsoft.com/office/drawing/2014/main" id="{49662B30-0961-40A5-8C1A-8CA69B3FFEBF}"/>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ECD4922C-932D-4199-9829-1DEBAB7778AC}" type="slidenum">
              <a:rPr lang="en-GB" altLang="en-US" smtClean="0"/>
              <a:pPr>
                <a:spcBef>
                  <a:spcPct val="0"/>
                </a:spcBef>
              </a:pPr>
              <a:t>2</a:t>
            </a:fld>
            <a:endParaRPr lang="en-GB" altLang="en-US"/>
          </a:p>
        </p:txBody>
      </p:sp>
      <p:sp>
        <p:nvSpPr>
          <p:cNvPr id="20483" name="Rectangle 2">
            <a:extLst>
              <a:ext uri="{FF2B5EF4-FFF2-40B4-BE49-F238E27FC236}">
                <a16:creationId xmlns:a16="http://schemas.microsoft.com/office/drawing/2014/main" id="{FC5C00F7-D80C-48E0-BD63-0E29BA744EA8}"/>
              </a:ext>
            </a:extLst>
          </p:cNvPr>
          <p:cNvSpPr>
            <a:spLocks noGrp="1" noRot="1" noChangeAspect="1" noChangeArrowheads="1" noTextEdit="1"/>
          </p:cNvSpPr>
          <p:nvPr>
            <p:ph type="sldImg"/>
          </p:nvPr>
        </p:nvSpPr>
        <p:spPr>
          <a:ln/>
        </p:spPr>
      </p:sp>
      <p:sp>
        <p:nvSpPr>
          <p:cNvPr id="20484" name="Rectangle 3">
            <a:extLst>
              <a:ext uri="{FF2B5EF4-FFF2-40B4-BE49-F238E27FC236}">
                <a16:creationId xmlns:a16="http://schemas.microsoft.com/office/drawing/2014/main" id="{BFE1CC3F-9176-4254-8F22-34105A98CFA7}"/>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l"/>
            <a:endParaRPr lang="en-US" altLang="en-US"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A029C1-CBB7-FA06-40EC-B438155C9AA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0E197C6-3A32-E6B5-CE8B-28228D3BD9B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1AA3D16-EF95-4045-EBA1-598014CB3D3B}"/>
              </a:ext>
            </a:extLst>
          </p:cNvPr>
          <p:cNvSpPr>
            <a:spLocks noGrp="1"/>
          </p:cNvSpPr>
          <p:nvPr>
            <p:ph type="body" idx="1"/>
          </p:nvPr>
        </p:nvSpPr>
        <p:spPr/>
        <p:txBody>
          <a:bodyPr/>
          <a:lstStyle/>
          <a:p>
            <a:pPr algn="l"/>
            <a:r>
              <a:rPr lang="en-GB" dirty="0"/>
              <a:t>https://codeit.us/blog/software-development-risks</a:t>
            </a:r>
          </a:p>
        </p:txBody>
      </p:sp>
      <p:sp>
        <p:nvSpPr>
          <p:cNvPr id="4" name="Slide Number Placeholder 3">
            <a:extLst>
              <a:ext uri="{FF2B5EF4-FFF2-40B4-BE49-F238E27FC236}">
                <a16:creationId xmlns:a16="http://schemas.microsoft.com/office/drawing/2014/main" id="{3682F260-D758-C184-89D5-E8680D38D2E7}"/>
              </a:ext>
            </a:extLst>
          </p:cNvPr>
          <p:cNvSpPr>
            <a:spLocks noGrp="1"/>
          </p:cNvSpPr>
          <p:nvPr>
            <p:ph type="sldNum" sz="quarter" idx="5"/>
          </p:nvPr>
        </p:nvSpPr>
        <p:spPr/>
        <p:txBody>
          <a:bodyPr/>
          <a:lstStyle/>
          <a:p>
            <a:pPr>
              <a:defRPr/>
            </a:pPr>
            <a:fld id="{165323BA-7296-483C-BD7B-BDD3DD599FB2}" type="slidenum">
              <a:rPr lang="en-GB" altLang="en-US" smtClean="0"/>
              <a:pPr>
                <a:defRPr/>
              </a:pPr>
              <a:t>3</a:t>
            </a:fld>
            <a:endParaRPr lang="en-GB" altLang="en-US"/>
          </a:p>
        </p:txBody>
      </p:sp>
    </p:spTree>
    <p:extLst>
      <p:ext uri="{BB962C8B-B14F-4D97-AF65-F5344CB8AC3E}">
        <p14:creationId xmlns:p14="http://schemas.microsoft.com/office/powerpoint/2010/main" val="56914451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GB" dirty="0"/>
              <a:t>https://www.stealthlabs.com/blog/infographic-20-alarming-insider-threats-statistics/</a:t>
            </a:r>
          </a:p>
          <a:p>
            <a:pPr algn="l"/>
            <a:endParaRPr lang="en-GB" dirty="0"/>
          </a:p>
        </p:txBody>
      </p:sp>
      <p:sp>
        <p:nvSpPr>
          <p:cNvPr id="4" name="Slide Number Placeholder 3"/>
          <p:cNvSpPr>
            <a:spLocks noGrp="1"/>
          </p:cNvSpPr>
          <p:nvPr>
            <p:ph type="sldNum" sz="quarter" idx="5"/>
          </p:nvPr>
        </p:nvSpPr>
        <p:spPr/>
        <p:txBody>
          <a:bodyPr/>
          <a:lstStyle/>
          <a:p>
            <a:pPr>
              <a:defRPr/>
            </a:pPr>
            <a:fld id="{165323BA-7296-483C-BD7B-BDD3DD599FB2}" type="slidenum">
              <a:rPr lang="en-GB" altLang="en-US" smtClean="0"/>
              <a:pPr>
                <a:defRPr/>
              </a:pPr>
              <a:t>4</a:t>
            </a:fld>
            <a:endParaRPr lang="en-GB" altLang="en-US"/>
          </a:p>
        </p:txBody>
      </p:sp>
    </p:spTree>
    <p:extLst>
      <p:ext uri="{BB962C8B-B14F-4D97-AF65-F5344CB8AC3E}">
        <p14:creationId xmlns:p14="http://schemas.microsoft.com/office/powerpoint/2010/main" val="49188825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0413C0-F9EE-6F72-A36D-842189CEAA8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BFFF0C4-FDD0-AB40-91AB-D65F504C2AC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C3834CC-64F4-7004-4383-BD4A41B8AEC8}"/>
              </a:ext>
            </a:extLst>
          </p:cNvPr>
          <p:cNvSpPr>
            <a:spLocks noGrp="1"/>
          </p:cNvSpPr>
          <p:nvPr>
            <p:ph type="body" idx="1"/>
          </p:nvPr>
        </p:nvSpPr>
        <p:spPr/>
        <p:txBody>
          <a:bodyPr/>
          <a:lstStyle/>
          <a:p>
            <a:r>
              <a:rPr lang="en-GB" dirty="0"/>
              <a:t>https://fastercapital.com/topics/ensuring-compatibility-across-different-systems.html/1</a:t>
            </a:r>
          </a:p>
        </p:txBody>
      </p:sp>
      <p:sp>
        <p:nvSpPr>
          <p:cNvPr id="4" name="Slide Number Placeholder 3">
            <a:extLst>
              <a:ext uri="{FF2B5EF4-FFF2-40B4-BE49-F238E27FC236}">
                <a16:creationId xmlns:a16="http://schemas.microsoft.com/office/drawing/2014/main" id="{15CA9EDA-B111-FDEA-047D-FABD63C00DA4}"/>
              </a:ext>
            </a:extLst>
          </p:cNvPr>
          <p:cNvSpPr>
            <a:spLocks noGrp="1"/>
          </p:cNvSpPr>
          <p:nvPr>
            <p:ph type="sldNum" sz="quarter" idx="5"/>
          </p:nvPr>
        </p:nvSpPr>
        <p:spPr/>
        <p:txBody>
          <a:bodyPr/>
          <a:lstStyle/>
          <a:p>
            <a:pPr>
              <a:defRPr/>
            </a:pPr>
            <a:fld id="{165323BA-7296-483C-BD7B-BDD3DD599FB2}" type="slidenum">
              <a:rPr lang="en-GB" altLang="en-US" smtClean="0"/>
              <a:pPr>
                <a:defRPr/>
              </a:pPr>
              <a:t>5</a:t>
            </a:fld>
            <a:endParaRPr lang="en-GB" altLang="en-US"/>
          </a:p>
        </p:txBody>
      </p:sp>
    </p:spTree>
    <p:extLst>
      <p:ext uri="{BB962C8B-B14F-4D97-AF65-F5344CB8AC3E}">
        <p14:creationId xmlns:p14="http://schemas.microsoft.com/office/powerpoint/2010/main" val="380934907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FBFB1C-44AA-EC84-4FE6-F7827F5EC97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7063261-1E97-46B4-EB90-DCC6C23D17A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10E6092-3958-A208-CE55-AF1E572B4F54}"/>
              </a:ext>
            </a:extLst>
          </p:cNvPr>
          <p:cNvSpPr>
            <a:spLocks noGrp="1"/>
          </p:cNvSpPr>
          <p:nvPr>
            <p:ph type="body" idx="1"/>
          </p:nvPr>
        </p:nvSpPr>
        <p:spPr/>
        <p:txBody>
          <a:bodyPr/>
          <a:lstStyle/>
          <a:p>
            <a:r>
              <a:rPr lang="en-GB" dirty="0"/>
              <a:t>https://www.scnsoft.com/software-development/software-development-time</a:t>
            </a:r>
          </a:p>
        </p:txBody>
      </p:sp>
      <p:sp>
        <p:nvSpPr>
          <p:cNvPr id="4" name="Slide Number Placeholder 3">
            <a:extLst>
              <a:ext uri="{FF2B5EF4-FFF2-40B4-BE49-F238E27FC236}">
                <a16:creationId xmlns:a16="http://schemas.microsoft.com/office/drawing/2014/main" id="{B503FBCA-AB32-860D-E9FF-440A912BF460}"/>
              </a:ext>
            </a:extLst>
          </p:cNvPr>
          <p:cNvSpPr>
            <a:spLocks noGrp="1"/>
          </p:cNvSpPr>
          <p:nvPr>
            <p:ph type="sldNum" sz="quarter" idx="5"/>
          </p:nvPr>
        </p:nvSpPr>
        <p:spPr/>
        <p:txBody>
          <a:bodyPr/>
          <a:lstStyle/>
          <a:p>
            <a:pPr>
              <a:defRPr/>
            </a:pPr>
            <a:fld id="{165323BA-7296-483C-BD7B-BDD3DD599FB2}" type="slidenum">
              <a:rPr lang="en-GB" altLang="en-US" smtClean="0"/>
              <a:pPr>
                <a:defRPr/>
              </a:pPr>
              <a:t>6</a:t>
            </a:fld>
            <a:endParaRPr lang="en-GB" altLang="en-US"/>
          </a:p>
        </p:txBody>
      </p:sp>
    </p:spTree>
    <p:extLst>
      <p:ext uri="{BB962C8B-B14F-4D97-AF65-F5344CB8AC3E}">
        <p14:creationId xmlns:p14="http://schemas.microsoft.com/office/powerpoint/2010/main" val="178416258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62C5E4-1F94-3D6E-5385-4296ABABDC4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A5091BA-DEE8-7DD0-4EC5-85EE12E9108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B08C55A-1193-AC67-4681-C8534FBB0914}"/>
              </a:ext>
            </a:extLst>
          </p:cNvPr>
          <p:cNvSpPr>
            <a:spLocks noGrp="1"/>
          </p:cNvSpPr>
          <p:nvPr>
            <p:ph type="body" idx="1"/>
          </p:nvPr>
        </p:nvSpPr>
        <p:spPr/>
        <p:txBody>
          <a:bodyPr/>
          <a:lstStyle/>
          <a:p>
            <a:r>
              <a:rPr lang="en-GB" dirty="0"/>
              <a:t>https://codilime.com/blog/software-development-kpi/</a:t>
            </a:r>
          </a:p>
        </p:txBody>
      </p:sp>
      <p:sp>
        <p:nvSpPr>
          <p:cNvPr id="4" name="Slide Number Placeholder 3">
            <a:extLst>
              <a:ext uri="{FF2B5EF4-FFF2-40B4-BE49-F238E27FC236}">
                <a16:creationId xmlns:a16="http://schemas.microsoft.com/office/drawing/2014/main" id="{FE27401B-904C-9172-C3F6-B37BF88D2CE5}"/>
              </a:ext>
            </a:extLst>
          </p:cNvPr>
          <p:cNvSpPr>
            <a:spLocks noGrp="1"/>
          </p:cNvSpPr>
          <p:nvPr>
            <p:ph type="sldNum" sz="quarter" idx="5"/>
          </p:nvPr>
        </p:nvSpPr>
        <p:spPr/>
        <p:txBody>
          <a:bodyPr/>
          <a:lstStyle/>
          <a:p>
            <a:pPr>
              <a:defRPr/>
            </a:pPr>
            <a:fld id="{165323BA-7296-483C-BD7B-BDD3DD599FB2}" type="slidenum">
              <a:rPr lang="en-GB" altLang="en-US" smtClean="0"/>
              <a:pPr>
                <a:defRPr/>
              </a:pPr>
              <a:t>7</a:t>
            </a:fld>
            <a:endParaRPr lang="en-GB" altLang="en-US"/>
          </a:p>
        </p:txBody>
      </p:sp>
    </p:spTree>
    <p:extLst>
      <p:ext uri="{BB962C8B-B14F-4D97-AF65-F5344CB8AC3E}">
        <p14:creationId xmlns:p14="http://schemas.microsoft.com/office/powerpoint/2010/main" val="126690956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2D6105-72A7-B12D-70F2-DFACD9549D4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656673E-008F-543C-D3CB-9BF2875B00B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B44C517-1F24-DB1C-98AE-E20EEFD27F4F}"/>
              </a:ext>
            </a:extLst>
          </p:cNvPr>
          <p:cNvSpPr>
            <a:spLocks noGrp="1"/>
          </p:cNvSpPr>
          <p:nvPr>
            <p:ph type="body" idx="1"/>
          </p:nvPr>
        </p:nvSpPr>
        <p:spPr/>
        <p:txBody>
          <a:bodyPr/>
          <a:lstStyle/>
          <a:p>
            <a:r>
              <a:rPr lang="en-GB" dirty="0"/>
              <a:t>https://www.capitalnumbers.com/blog/ai-software-development-ethical-considerations/</a:t>
            </a:r>
          </a:p>
          <a:p>
            <a:r>
              <a:rPr lang="en-GB" dirty="0"/>
              <a:t>https://www.lawdonut.co.uk/business/blog/24/01/ten-legal-issues-software-development</a:t>
            </a:r>
          </a:p>
          <a:p>
            <a:r>
              <a:rPr lang="en-GB" dirty="0"/>
              <a:t>https://x-team.com/magazine/ethical-issues-in-software-development</a:t>
            </a:r>
          </a:p>
        </p:txBody>
      </p:sp>
      <p:sp>
        <p:nvSpPr>
          <p:cNvPr id="4" name="Slide Number Placeholder 3">
            <a:extLst>
              <a:ext uri="{FF2B5EF4-FFF2-40B4-BE49-F238E27FC236}">
                <a16:creationId xmlns:a16="http://schemas.microsoft.com/office/drawing/2014/main" id="{6540674D-5A8C-0C39-7DDA-EB827D7CE6F9}"/>
              </a:ext>
            </a:extLst>
          </p:cNvPr>
          <p:cNvSpPr>
            <a:spLocks noGrp="1"/>
          </p:cNvSpPr>
          <p:nvPr>
            <p:ph type="sldNum" sz="quarter" idx="5"/>
          </p:nvPr>
        </p:nvSpPr>
        <p:spPr/>
        <p:txBody>
          <a:bodyPr/>
          <a:lstStyle/>
          <a:p>
            <a:pPr>
              <a:defRPr/>
            </a:pPr>
            <a:fld id="{165323BA-7296-483C-BD7B-BDD3DD599FB2}" type="slidenum">
              <a:rPr lang="en-GB" altLang="en-US" smtClean="0"/>
              <a:pPr>
                <a:defRPr/>
              </a:pPr>
              <a:t>8</a:t>
            </a:fld>
            <a:endParaRPr lang="en-GB" altLang="en-US"/>
          </a:p>
        </p:txBody>
      </p:sp>
    </p:spTree>
    <p:extLst>
      <p:ext uri="{BB962C8B-B14F-4D97-AF65-F5344CB8AC3E}">
        <p14:creationId xmlns:p14="http://schemas.microsoft.com/office/powerpoint/2010/main" val="186798778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08FBB7-DE97-61D2-E889-3C7EF81CA33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EE868FC-193F-9D8B-F999-6BBDF88B76D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3125674-CEA9-2AF7-E5D9-169FA94F315C}"/>
              </a:ext>
            </a:extLst>
          </p:cNvPr>
          <p:cNvSpPr>
            <a:spLocks noGrp="1"/>
          </p:cNvSpPr>
          <p:nvPr>
            <p:ph type="body" idx="1"/>
          </p:nvPr>
        </p:nvSpPr>
        <p:spPr/>
        <p:txBody>
          <a:bodyPr/>
          <a:lstStyle/>
          <a:p>
            <a:r>
              <a:rPr lang="en-GB" dirty="0"/>
              <a:t>https://eluminoustechnologies.com/blog/software-development-risks/</a:t>
            </a:r>
          </a:p>
        </p:txBody>
      </p:sp>
      <p:sp>
        <p:nvSpPr>
          <p:cNvPr id="4" name="Slide Number Placeholder 3">
            <a:extLst>
              <a:ext uri="{FF2B5EF4-FFF2-40B4-BE49-F238E27FC236}">
                <a16:creationId xmlns:a16="http://schemas.microsoft.com/office/drawing/2014/main" id="{9415FA85-CA88-70AF-2465-E81F837F80E9}"/>
              </a:ext>
            </a:extLst>
          </p:cNvPr>
          <p:cNvSpPr>
            <a:spLocks noGrp="1"/>
          </p:cNvSpPr>
          <p:nvPr>
            <p:ph type="sldNum" sz="quarter" idx="5"/>
          </p:nvPr>
        </p:nvSpPr>
        <p:spPr/>
        <p:txBody>
          <a:bodyPr/>
          <a:lstStyle/>
          <a:p>
            <a:pPr>
              <a:defRPr/>
            </a:pPr>
            <a:fld id="{165323BA-7296-483C-BD7B-BDD3DD599FB2}" type="slidenum">
              <a:rPr lang="en-GB" altLang="en-US" smtClean="0"/>
              <a:pPr>
                <a:defRPr/>
              </a:pPr>
              <a:t>9</a:t>
            </a:fld>
            <a:endParaRPr lang="en-GB" altLang="en-US"/>
          </a:p>
        </p:txBody>
      </p:sp>
    </p:spTree>
    <p:extLst>
      <p:ext uri="{BB962C8B-B14F-4D97-AF65-F5344CB8AC3E}">
        <p14:creationId xmlns:p14="http://schemas.microsoft.com/office/powerpoint/2010/main" val="45780305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0A86FB-DD28-05B8-D298-AFEA98FA55D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9EE6BB7-8AE4-8F61-D784-E460F1C36CD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2BCCDB9-5619-1547-3DFB-79D3403DFDE3}"/>
              </a:ext>
            </a:extLst>
          </p:cNvPr>
          <p:cNvSpPr>
            <a:spLocks noGrp="1"/>
          </p:cNvSpPr>
          <p:nvPr>
            <p:ph type="body" idx="1"/>
          </p:nvPr>
        </p:nvSpPr>
        <p:spPr/>
        <p:txBody>
          <a:bodyPr/>
          <a:lstStyle/>
          <a:p>
            <a:r>
              <a:rPr lang="en-GB" dirty="0"/>
              <a:t>https://www.custify.com/blog/product-adoption-guide/</a:t>
            </a:r>
          </a:p>
        </p:txBody>
      </p:sp>
      <p:sp>
        <p:nvSpPr>
          <p:cNvPr id="4" name="Slide Number Placeholder 3">
            <a:extLst>
              <a:ext uri="{FF2B5EF4-FFF2-40B4-BE49-F238E27FC236}">
                <a16:creationId xmlns:a16="http://schemas.microsoft.com/office/drawing/2014/main" id="{FB3CA352-1B6B-EAA2-A6F2-25A3D70B480A}"/>
              </a:ext>
            </a:extLst>
          </p:cNvPr>
          <p:cNvSpPr>
            <a:spLocks noGrp="1"/>
          </p:cNvSpPr>
          <p:nvPr>
            <p:ph type="sldNum" sz="quarter" idx="5"/>
          </p:nvPr>
        </p:nvSpPr>
        <p:spPr/>
        <p:txBody>
          <a:bodyPr/>
          <a:lstStyle/>
          <a:p>
            <a:pPr>
              <a:defRPr/>
            </a:pPr>
            <a:fld id="{165323BA-7296-483C-BD7B-BDD3DD599FB2}" type="slidenum">
              <a:rPr lang="en-GB" altLang="en-US" smtClean="0"/>
              <a:pPr>
                <a:defRPr/>
              </a:pPr>
              <a:t>10</a:t>
            </a:fld>
            <a:endParaRPr lang="en-GB" altLang="en-US"/>
          </a:p>
        </p:txBody>
      </p:sp>
    </p:spTree>
    <p:extLst>
      <p:ext uri="{BB962C8B-B14F-4D97-AF65-F5344CB8AC3E}">
        <p14:creationId xmlns:p14="http://schemas.microsoft.com/office/powerpoint/2010/main" val="173323777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D6F975-886C-236D-C025-1B5977C75DC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B519AD4-2AA0-2F2F-9DF7-57D27C7A065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14042F5-0111-6D77-4636-A159955DD0DA}"/>
              </a:ext>
            </a:extLst>
          </p:cNvPr>
          <p:cNvSpPr>
            <a:spLocks noGrp="1"/>
          </p:cNvSpPr>
          <p:nvPr>
            <p:ph type="body" idx="1"/>
          </p:nvPr>
        </p:nvSpPr>
        <p:spPr/>
        <p:txBody>
          <a:bodyPr/>
          <a:lstStyle/>
          <a:p>
            <a:r>
              <a:rPr lang="en-GB" dirty="0"/>
              <a:t>https://fastercapital.com/topics/risk-assessment-and-prioritization.html/1</a:t>
            </a:r>
          </a:p>
          <a:p>
            <a:r>
              <a:rPr lang="en-GB" dirty="0"/>
              <a:t>https://www.linkedin.com/pulse/prioritizing-risk-management-fast-paced-software-strategies-mahar-cjdxf/</a:t>
            </a:r>
          </a:p>
          <a:p>
            <a:endParaRPr lang="en-GB" dirty="0"/>
          </a:p>
        </p:txBody>
      </p:sp>
      <p:sp>
        <p:nvSpPr>
          <p:cNvPr id="4" name="Slide Number Placeholder 3">
            <a:extLst>
              <a:ext uri="{FF2B5EF4-FFF2-40B4-BE49-F238E27FC236}">
                <a16:creationId xmlns:a16="http://schemas.microsoft.com/office/drawing/2014/main" id="{E9FCEAA3-DFA6-89DF-BBDE-B4477D4B7083}"/>
              </a:ext>
            </a:extLst>
          </p:cNvPr>
          <p:cNvSpPr>
            <a:spLocks noGrp="1"/>
          </p:cNvSpPr>
          <p:nvPr>
            <p:ph type="sldNum" sz="quarter" idx="5"/>
          </p:nvPr>
        </p:nvSpPr>
        <p:spPr/>
        <p:txBody>
          <a:bodyPr/>
          <a:lstStyle/>
          <a:p>
            <a:pPr>
              <a:defRPr/>
            </a:pPr>
            <a:fld id="{165323BA-7296-483C-BD7B-BDD3DD599FB2}" type="slidenum">
              <a:rPr lang="en-GB" altLang="en-US" smtClean="0"/>
              <a:pPr>
                <a:defRPr/>
              </a:pPr>
              <a:t>11</a:t>
            </a:fld>
            <a:endParaRPr lang="en-GB" altLang="en-US"/>
          </a:p>
        </p:txBody>
      </p:sp>
    </p:spTree>
    <p:extLst>
      <p:ext uri="{BB962C8B-B14F-4D97-AF65-F5344CB8AC3E}">
        <p14:creationId xmlns:p14="http://schemas.microsoft.com/office/powerpoint/2010/main" val="34296426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82C778-ED7B-B3B8-7FC4-88B8C4149C9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2FA9041-446A-0260-B4B3-383345773DA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7B00F91-4484-94AF-3A9A-235126D356AA}"/>
              </a:ext>
            </a:extLst>
          </p:cNvPr>
          <p:cNvSpPr>
            <a:spLocks noGrp="1"/>
          </p:cNvSpPr>
          <p:nvPr>
            <p:ph type="body" idx="1"/>
          </p:nvPr>
        </p:nvSpPr>
        <p:spPr/>
        <p:txBody>
          <a:bodyPr/>
          <a:lstStyle/>
          <a:p>
            <a:r>
              <a:rPr lang="en-GB" dirty="0"/>
              <a:t>https://trio.dev/risk-management-in-software-development/</a:t>
            </a:r>
          </a:p>
        </p:txBody>
      </p:sp>
      <p:sp>
        <p:nvSpPr>
          <p:cNvPr id="4" name="Slide Number Placeholder 3">
            <a:extLst>
              <a:ext uri="{FF2B5EF4-FFF2-40B4-BE49-F238E27FC236}">
                <a16:creationId xmlns:a16="http://schemas.microsoft.com/office/drawing/2014/main" id="{D71D6FB7-F5B7-C0A2-6503-2C3FA91A9D06}"/>
              </a:ext>
            </a:extLst>
          </p:cNvPr>
          <p:cNvSpPr>
            <a:spLocks noGrp="1"/>
          </p:cNvSpPr>
          <p:nvPr>
            <p:ph type="sldNum" sz="quarter" idx="5"/>
          </p:nvPr>
        </p:nvSpPr>
        <p:spPr/>
        <p:txBody>
          <a:bodyPr/>
          <a:lstStyle/>
          <a:p>
            <a:pPr>
              <a:defRPr/>
            </a:pPr>
            <a:fld id="{165323BA-7296-483C-BD7B-BDD3DD599FB2}" type="slidenum">
              <a:rPr lang="en-GB" altLang="en-US" smtClean="0"/>
              <a:pPr>
                <a:defRPr/>
              </a:pPr>
              <a:t>12</a:t>
            </a:fld>
            <a:endParaRPr lang="en-GB" altLang="en-US"/>
          </a:p>
        </p:txBody>
      </p:sp>
    </p:spTree>
    <p:extLst>
      <p:ext uri="{BB962C8B-B14F-4D97-AF65-F5344CB8AC3E}">
        <p14:creationId xmlns:p14="http://schemas.microsoft.com/office/powerpoint/2010/main" val="402856701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24E14B-F5C1-FC07-2ED0-57BB6483C8B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540686C-C440-7E15-D31F-5527EDC74D1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D4958C5-D010-ADE6-2B76-25ECF85BCC53}"/>
              </a:ext>
            </a:extLst>
          </p:cNvPr>
          <p:cNvSpPr>
            <a:spLocks noGrp="1"/>
          </p:cNvSpPr>
          <p:nvPr>
            <p:ph type="body" idx="1"/>
          </p:nvPr>
        </p:nvSpPr>
        <p:spPr/>
        <p:txBody>
          <a:bodyPr/>
          <a:lstStyle/>
          <a:p>
            <a:pPr lvl="1"/>
            <a:r>
              <a:rPr lang="en-GB" sz="1800" b="1" dirty="0"/>
              <a:t>https://www.6sigma.us/project-management/compliance-and-risk-management/</a:t>
            </a:r>
          </a:p>
          <a:p>
            <a:pPr lvl="1"/>
            <a:endParaRPr lang="en-GB" sz="1800" b="1" dirty="0"/>
          </a:p>
          <a:p>
            <a:pPr lvl="1"/>
            <a:endParaRPr lang="en-GB" sz="1800" b="1" dirty="0"/>
          </a:p>
          <a:p>
            <a:pPr lvl="1"/>
            <a:r>
              <a:rPr lang="en-GB" sz="1800" b="1" dirty="0"/>
              <a:t>Backups:</a:t>
            </a:r>
            <a:r>
              <a:rPr lang="en-GB" sz="1800" dirty="0"/>
              <a:t> Automated, frequent, off-site</a:t>
            </a:r>
          </a:p>
          <a:p>
            <a:pPr lvl="1"/>
            <a:r>
              <a:rPr lang="en-GB" sz="1800" b="1" dirty="0"/>
              <a:t>Security:</a:t>
            </a:r>
            <a:r>
              <a:rPr lang="en-GB" sz="1800" dirty="0"/>
              <a:t> Password policy, encryption, penetration testing</a:t>
            </a:r>
          </a:p>
          <a:p>
            <a:pPr lvl="1"/>
            <a:r>
              <a:rPr lang="en-GB" sz="1800" b="1" dirty="0"/>
              <a:t>CIA Principles:</a:t>
            </a:r>
            <a:r>
              <a:rPr lang="en-GB" sz="1800" dirty="0"/>
              <a:t> Ensure Confidentiality, Integrity, Availability</a:t>
            </a:r>
          </a:p>
          <a:p>
            <a:pPr lvl="1"/>
            <a:r>
              <a:rPr lang="en-GB" sz="1800" b="1" dirty="0"/>
              <a:t>Personnel &amp; Training:</a:t>
            </a:r>
            <a:r>
              <a:rPr lang="en-GB" sz="1800" dirty="0"/>
              <a:t> Cybersecurity awareness, secure coding</a:t>
            </a:r>
          </a:p>
          <a:p>
            <a:pPr lvl="1"/>
            <a:r>
              <a:rPr lang="en-GB" sz="1800" b="1" dirty="0"/>
              <a:t>Business Continuity:</a:t>
            </a:r>
            <a:r>
              <a:rPr lang="en-GB" sz="1800" dirty="0"/>
              <a:t> Work-from-home readiness, vendor fallback</a:t>
            </a:r>
          </a:p>
          <a:p>
            <a:pPr lvl="1"/>
            <a:r>
              <a:rPr lang="en-GB" sz="1800" b="1" dirty="0"/>
              <a:t>Disaster Recovery:</a:t>
            </a:r>
            <a:r>
              <a:rPr lang="en-GB" sz="1800" dirty="0"/>
              <a:t> Restore procedures, failover systems</a:t>
            </a:r>
          </a:p>
          <a:p>
            <a:endParaRPr lang="en-GB" dirty="0"/>
          </a:p>
        </p:txBody>
      </p:sp>
      <p:sp>
        <p:nvSpPr>
          <p:cNvPr id="4" name="Slide Number Placeholder 3">
            <a:extLst>
              <a:ext uri="{FF2B5EF4-FFF2-40B4-BE49-F238E27FC236}">
                <a16:creationId xmlns:a16="http://schemas.microsoft.com/office/drawing/2014/main" id="{CDF51772-C2C8-AB23-2C47-AB303985E3F1}"/>
              </a:ext>
            </a:extLst>
          </p:cNvPr>
          <p:cNvSpPr>
            <a:spLocks noGrp="1"/>
          </p:cNvSpPr>
          <p:nvPr>
            <p:ph type="sldNum" sz="quarter" idx="5"/>
          </p:nvPr>
        </p:nvSpPr>
        <p:spPr/>
        <p:txBody>
          <a:bodyPr/>
          <a:lstStyle/>
          <a:p>
            <a:pPr>
              <a:defRPr/>
            </a:pPr>
            <a:fld id="{165323BA-7296-483C-BD7B-BDD3DD599FB2}" type="slidenum">
              <a:rPr lang="en-GB" altLang="en-US" smtClean="0"/>
              <a:pPr>
                <a:defRPr/>
              </a:pPr>
              <a:t>13</a:t>
            </a:fld>
            <a:endParaRPr lang="en-GB" altLang="en-US"/>
          </a:p>
        </p:txBody>
      </p:sp>
    </p:spTree>
    <p:extLst>
      <p:ext uri="{BB962C8B-B14F-4D97-AF65-F5344CB8AC3E}">
        <p14:creationId xmlns:p14="http://schemas.microsoft.com/office/powerpoint/2010/main" val="19754673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860029-7CE5-5D78-2334-07AB1FAEB1B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013FD06-5E2D-0E58-A415-80BA6BD8379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D32CDDD-AAD6-FB93-001B-D54822477E2E}"/>
              </a:ext>
            </a:extLst>
          </p:cNvPr>
          <p:cNvSpPr>
            <a:spLocks noGrp="1"/>
          </p:cNvSpPr>
          <p:nvPr>
            <p:ph type="body" idx="1"/>
          </p:nvPr>
        </p:nvSpPr>
        <p:spPr/>
        <p:txBody>
          <a:bodyPr/>
          <a:lstStyle/>
          <a:p>
            <a:r>
              <a:rPr lang="en-GB" dirty="0"/>
              <a:t>https://fastercapital.com/content/Risk-based-decision-making--Informed-Decisions--Harnessing-the-Power-of-Risk-Based-Decision-Making-in-Risk-Management.html</a:t>
            </a:r>
          </a:p>
        </p:txBody>
      </p:sp>
      <p:sp>
        <p:nvSpPr>
          <p:cNvPr id="4" name="Slide Number Placeholder 3">
            <a:extLst>
              <a:ext uri="{FF2B5EF4-FFF2-40B4-BE49-F238E27FC236}">
                <a16:creationId xmlns:a16="http://schemas.microsoft.com/office/drawing/2014/main" id="{16B2CD5D-EF8D-8B70-ABC7-9148DF342567}"/>
              </a:ext>
            </a:extLst>
          </p:cNvPr>
          <p:cNvSpPr>
            <a:spLocks noGrp="1"/>
          </p:cNvSpPr>
          <p:nvPr>
            <p:ph type="sldNum" sz="quarter" idx="5"/>
          </p:nvPr>
        </p:nvSpPr>
        <p:spPr/>
        <p:txBody>
          <a:bodyPr/>
          <a:lstStyle/>
          <a:p>
            <a:pPr>
              <a:defRPr/>
            </a:pPr>
            <a:fld id="{165323BA-7296-483C-BD7B-BDD3DD599FB2}" type="slidenum">
              <a:rPr lang="en-GB" altLang="en-US" smtClean="0"/>
              <a:pPr>
                <a:defRPr/>
              </a:pPr>
              <a:t>14</a:t>
            </a:fld>
            <a:endParaRPr lang="en-GB" altLang="en-US"/>
          </a:p>
        </p:txBody>
      </p:sp>
    </p:spTree>
    <p:extLst>
      <p:ext uri="{BB962C8B-B14F-4D97-AF65-F5344CB8AC3E}">
        <p14:creationId xmlns:p14="http://schemas.microsoft.com/office/powerpoint/2010/main" val="110246252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Time: 45–60 mins (research + 5–7 min presentation)</a:t>
            </a:r>
          </a:p>
          <a:p>
            <a:endParaRPr lang="en-GB" dirty="0"/>
          </a:p>
        </p:txBody>
      </p:sp>
      <p:sp>
        <p:nvSpPr>
          <p:cNvPr id="4" name="Slide Number Placeholder 3"/>
          <p:cNvSpPr>
            <a:spLocks noGrp="1"/>
          </p:cNvSpPr>
          <p:nvPr>
            <p:ph type="sldNum" sz="quarter" idx="5"/>
          </p:nvPr>
        </p:nvSpPr>
        <p:spPr/>
        <p:txBody>
          <a:bodyPr/>
          <a:lstStyle/>
          <a:p>
            <a:pPr>
              <a:defRPr/>
            </a:pPr>
            <a:fld id="{165323BA-7296-483C-BD7B-BDD3DD599FB2}" type="slidenum">
              <a:rPr lang="en-GB" altLang="en-US" smtClean="0"/>
              <a:pPr>
                <a:defRPr/>
              </a:pPr>
              <a:t>15</a:t>
            </a:fld>
            <a:endParaRPr lang="en-GB" altLang="en-US"/>
          </a:p>
        </p:txBody>
      </p:sp>
    </p:spTree>
    <p:extLst>
      <p:ext uri="{BB962C8B-B14F-4D97-AF65-F5344CB8AC3E}">
        <p14:creationId xmlns:p14="http://schemas.microsoft.com/office/powerpoint/2010/main" val="92612223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4" name="Group 2">
            <a:extLst>
              <a:ext uri="{FF2B5EF4-FFF2-40B4-BE49-F238E27FC236}">
                <a16:creationId xmlns:a16="http://schemas.microsoft.com/office/drawing/2014/main" id="{96CE5594-48DC-45B7-A88D-4F7DEF1842A7}"/>
              </a:ext>
            </a:extLst>
          </p:cNvPr>
          <p:cNvGrpSpPr>
            <a:grpSpLocks/>
          </p:cNvGrpSpPr>
          <p:nvPr/>
        </p:nvGrpSpPr>
        <p:grpSpPr bwMode="auto">
          <a:xfrm>
            <a:off x="0" y="2438400"/>
            <a:ext cx="9009063" cy="1052513"/>
            <a:chOff x="0" y="1536"/>
            <a:chExt cx="5675" cy="663"/>
          </a:xfrm>
        </p:grpSpPr>
        <p:grpSp>
          <p:nvGrpSpPr>
            <p:cNvPr id="5" name="Group 3">
              <a:extLst>
                <a:ext uri="{FF2B5EF4-FFF2-40B4-BE49-F238E27FC236}">
                  <a16:creationId xmlns:a16="http://schemas.microsoft.com/office/drawing/2014/main" id="{BFB81880-29F5-4C4D-89A9-401FEDC6841F}"/>
                </a:ext>
              </a:extLst>
            </p:cNvPr>
            <p:cNvGrpSpPr>
              <a:grpSpLocks/>
            </p:cNvGrpSpPr>
            <p:nvPr/>
          </p:nvGrpSpPr>
          <p:grpSpPr bwMode="auto">
            <a:xfrm>
              <a:off x="183" y="1604"/>
              <a:ext cx="448" cy="299"/>
              <a:chOff x="720" y="336"/>
              <a:chExt cx="624" cy="432"/>
            </a:xfrm>
          </p:grpSpPr>
          <p:sp>
            <p:nvSpPr>
              <p:cNvPr id="12" name="Rectangle 4">
                <a:extLst>
                  <a:ext uri="{FF2B5EF4-FFF2-40B4-BE49-F238E27FC236}">
                    <a16:creationId xmlns:a16="http://schemas.microsoft.com/office/drawing/2014/main" id="{8E33E0C4-1613-4900-8E11-9055DCCCE59C}"/>
                  </a:ext>
                </a:extLst>
              </p:cNvPr>
              <p:cNvSpPr>
                <a:spLocks noChangeArrowheads="1"/>
              </p:cNvSpPr>
              <p:nvPr/>
            </p:nvSpPr>
            <p:spPr bwMode="auto">
              <a:xfrm>
                <a:off x="720" y="336"/>
                <a:ext cx="384" cy="432"/>
              </a:xfrm>
              <a:prstGeom prst="rect">
                <a:avLst/>
              </a:prstGeom>
              <a:solidFill>
                <a:schemeClr val="folHlink"/>
              </a:solidFill>
              <a:ln>
                <a:noFill/>
              </a:ln>
            </p:spPr>
            <p:txBody>
              <a:bodyPr wrap="none"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defRPr/>
                </a:pPr>
                <a:endParaRPr lang="en-US" altLang="en-US"/>
              </a:p>
            </p:txBody>
          </p:sp>
          <p:sp>
            <p:nvSpPr>
              <p:cNvPr id="13" name="Rectangle 5">
                <a:extLst>
                  <a:ext uri="{FF2B5EF4-FFF2-40B4-BE49-F238E27FC236}">
                    <a16:creationId xmlns:a16="http://schemas.microsoft.com/office/drawing/2014/main" id="{F7EBB658-D305-4175-9B76-5405B180DF06}"/>
                  </a:ext>
                </a:extLst>
              </p:cNvPr>
              <p:cNvSpPr>
                <a:spLocks noChangeArrowheads="1"/>
              </p:cNvSpPr>
              <p:nvPr/>
            </p:nvSpPr>
            <p:spPr bwMode="auto">
              <a:xfrm>
                <a:off x="1056" y="336"/>
                <a:ext cx="288" cy="432"/>
              </a:xfrm>
              <a:prstGeom prst="rect">
                <a:avLst/>
              </a:prstGeom>
              <a:gradFill rotWithShape="0">
                <a:gsLst>
                  <a:gs pos="0">
                    <a:schemeClr val="folHlink"/>
                  </a:gs>
                  <a:gs pos="100000">
                    <a:schemeClr val="bg1"/>
                  </a:gs>
                </a:gsLst>
                <a:lin ang="0" scaled="1"/>
              </a:gradFill>
              <a:ln>
                <a:noFill/>
              </a:ln>
            </p:spPr>
            <p:txBody>
              <a:bodyPr wrap="none"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defRPr/>
                </a:pPr>
                <a:endParaRPr lang="en-US" altLang="en-US"/>
              </a:p>
            </p:txBody>
          </p:sp>
        </p:grpSp>
        <p:grpSp>
          <p:nvGrpSpPr>
            <p:cNvPr id="6" name="Group 6">
              <a:extLst>
                <a:ext uri="{FF2B5EF4-FFF2-40B4-BE49-F238E27FC236}">
                  <a16:creationId xmlns:a16="http://schemas.microsoft.com/office/drawing/2014/main" id="{B6BE3314-AA97-4AF2-8EC4-848C95D362BD}"/>
                </a:ext>
              </a:extLst>
            </p:cNvPr>
            <p:cNvGrpSpPr>
              <a:grpSpLocks/>
            </p:cNvGrpSpPr>
            <p:nvPr/>
          </p:nvGrpSpPr>
          <p:grpSpPr bwMode="auto">
            <a:xfrm>
              <a:off x="261" y="1870"/>
              <a:ext cx="465" cy="299"/>
              <a:chOff x="912" y="2640"/>
              <a:chExt cx="672" cy="432"/>
            </a:xfrm>
          </p:grpSpPr>
          <p:sp>
            <p:nvSpPr>
              <p:cNvPr id="10" name="Rectangle 7">
                <a:extLst>
                  <a:ext uri="{FF2B5EF4-FFF2-40B4-BE49-F238E27FC236}">
                    <a16:creationId xmlns:a16="http://schemas.microsoft.com/office/drawing/2014/main" id="{6C7F4189-F42D-4D7D-A322-EB89F904A89C}"/>
                  </a:ext>
                </a:extLst>
              </p:cNvPr>
              <p:cNvSpPr>
                <a:spLocks noChangeArrowheads="1"/>
              </p:cNvSpPr>
              <p:nvPr/>
            </p:nvSpPr>
            <p:spPr bwMode="auto">
              <a:xfrm>
                <a:off x="912" y="2640"/>
                <a:ext cx="384" cy="432"/>
              </a:xfrm>
              <a:prstGeom prst="rect">
                <a:avLst/>
              </a:prstGeom>
              <a:solidFill>
                <a:schemeClr val="accent2"/>
              </a:solidFill>
              <a:ln>
                <a:noFill/>
              </a:ln>
            </p:spPr>
            <p:txBody>
              <a:bodyPr wrap="none"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defRPr/>
                </a:pPr>
                <a:endParaRPr lang="en-US" altLang="en-US"/>
              </a:p>
            </p:txBody>
          </p:sp>
          <p:sp>
            <p:nvSpPr>
              <p:cNvPr id="11" name="Rectangle 8">
                <a:extLst>
                  <a:ext uri="{FF2B5EF4-FFF2-40B4-BE49-F238E27FC236}">
                    <a16:creationId xmlns:a16="http://schemas.microsoft.com/office/drawing/2014/main" id="{C39C83AA-B127-4AE6-B21C-BE5DCADFD96C}"/>
                  </a:ext>
                </a:extLst>
              </p:cNvPr>
              <p:cNvSpPr>
                <a:spLocks noChangeArrowheads="1"/>
              </p:cNvSpPr>
              <p:nvPr/>
            </p:nvSpPr>
            <p:spPr bwMode="auto">
              <a:xfrm>
                <a:off x="1249" y="2640"/>
                <a:ext cx="335" cy="432"/>
              </a:xfrm>
              <a:prstGeom prst="rect">
                <a:avLst/>
              </a:prstGeom>
              <a:gradFill rotWithShape="0">
                <a:gsLst>
                  <a:gs pos="0">
                    <a:schemeClr val="accent2"/>
                  </a:gs>
                  <a:gs pos="100000">
                    <a:schemeClr val="bg1"/>
                  </a:gs>
                </a:gsLst>
                <a:lin ang="0" scaled="1"/>
              </a:gradFill>
              <a:ln>
                <a:noFill/>
              </a:ln>
            </p:spPr>
            <p:txBody>
              <a:bodyPr wrap="none"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defRPr/>
                </a:pPr>
                <a:endParaRPr lang="en-US" altLang="en-US"/>
              </a:p>
            </p:txBody>
          </p:sp>
        </p:grpSp>
        <p:sp>
          <p:nvSpPr>
            <p:cNvPr id="7" name="Rectangle 9">
              <a:extLst>
                <a:ext uri="{FF2B5EF4-FFF2-40B4-BE49-F238E27FC236}">
                  <a16:creationId xmlns:a16="http://schemas.microsoft.com/office/drawing/2014/main" id="{FF34FE4B-8458-4C63-92C4-72419E1FE37E}"/>
                </a:ext>
              </a:extLst>
            </p:cNvPr>
            <p:cNvSpPr>
              <a:spLocks noChangeArrowheads="1"/>
            </p:cNvSpPr>
            <p:nvPr/>
          </p:nvSpPr>
          <p:spPr bwMode="auto">
            <a:xfrm>
              <a:off x="0" y="1824"/>
              <a:ext cx="353" cy="266"/>
            </a:xfrm>
            <a:prstGeom prst="rect">
              <a:avLst/>
            </a:prstGeom>
            <a:gradFill rotWithShape="0">
              <a:gsLst>
                <a:gs pos="0">
                  <a:schemeClr val="bg1"/>
                </a:gs>
                <a:gs pos="100000">
                  <a:schemeClr val="hlink"/>
                </a:gs>
              </a:gsLst>
              <a:lin ang="18900000" scaled="1"/>
            </a:gradFill>
            <a:ln>
              <a:noFill/>
            </a:ln>
          </p:spPr>
          <p:txBody>
            <a:bodyPr wrap="none"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defRPr/>
              </a:pPr>
              <a:endParaRPr lang="en-US" altLang="en-US"/>
            </a:p>
          </p:txBody>
        </p:sp>
        <p:sp>
          <p:nvSpPr>
            <p:cNvPr id="8" name="Rectangle 10">
              <a:extLst>
                <a:ext uri="{FF2B5EF4-FFF2-40B4-BE49-F238E27FC236}">
                  <a16:creationId xmlns:a16="http://schemas.microsoft.com/office/drawing/2014/main" id="{15E18C60-3A79-4103-A238-8C529312B762}"/>
                </a:ext>
              </a:extLst>
            </p:cNvPr>
            <p:cNvSpPr>
              <a:spLocks noChangeArrowheads="1"/>
            </p:cNvSpPr>
            <p:nvPr/>
          </p:nvSpPr>
          <p:spPr bwMode="auto">
            <a:xfrm>
              <a:off x="400" y="1536"/>
              <a:ext cx="20" cy="663"/>
            </a:xfrm>
            <a:prstGeom prst="rect">
              <a:avLst/>
            </a:prstGeom>
            <a:solidFill>
              <a:schemeClr val="bg2"/>
            </a:solidFill>
            <a:ln>
              <a:noFill/>
            </a:ln>
          </p:spPr>
          <p:txBody>
            <a:bodyPr wrap="none"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defRPr/>
              </a:pPr>
              <a:endParaRPr lang="en-US" altLang="en-US"/>
            </a:p>
          </p:txBody>
        </p:sp>
        <p:sp>
          <p:nvSpPr>
            <p:cNvPr id="9" name="Rectangle 11">
              <a:extLst>
                <a:ext uri="{FF2B5EF4-FFF2-40B4-BE49-F238E27FC236}">
                  <a16:creationId xmlns:a16="http://schemas.microsoft.com/office/drawing/2014/main" id="{7F1F5193-AC79-4D57-93F5-C839EB8018CC}"/>
                </a:ext>
              </a:extLst>
            </p:cNvPr>
            <p:cNvSpPr>
              <a:spLocks noChangeArrowheads="1"/>
            </p:cNvSpPr>
            <p:nvPr/>
          </p:nvSpPr>
          <p:spPr bwMode="auto">
            <a:xfrm flipV="1">
              <a:off x="199" y="2054"/>
              <a:ext cx="5476" cy="35"/>
            </a:xfrm>
            <a:prstGeom prst="rect">
              <a:avLst/>
            </a:prstGeom>
            <a:gradFill rotWithShape="0">
              <a:gsLst>
                <a:gs pos="0">
                  <a:schemeClr val="bg2"/>
                </a:gs>
                <a:gs pos="100000">
                  <a:schemeClr val="bg1"/>
                </a:gs>
              </a:gsLst>
              <a:lin ang="0" scaled="1"/>
            </a:gradFill>
            <a:ln>
              <a:noFill/>
            </a:ln>
          </p:spPr>
          <p:txBody>
            <a:bodyPr wrap="none"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defRPr/>
              </a:pPr>
              <a:endParaRPr lang="en-US" altLang="en-US"/>
            </a:p>
          </p:txBody>
        </p:sp>
      </p:grpSp>
      <p:sp>
        <p:nvSpPr>
          <p:cNvPr id="14" name="TextBox 17">
            <a:extLst>
              <a:ext uri="{FF2B5EF4-FFF2-40B4-BE49-F238E27FC236}">
                <a16:creationId xmlns:a16="http://schemas.microsoft.com/office/drawing/2014/main" id="{3341A0FC-67D6-4FC7-9AFA-D9E204F44D61}"/>
              </a:ext>
            </a:extLst>
          </p:cNvPr>
          <p:cNvSpPr txBox="1"/>
          <p:nvPr userDrawn="1"/>
        </p:nvSpPr>
        <p:spPr>
          <a:xfrm>
            <a:off x="7235825" y="6611938"/>
            <a:ext cx="1908175" cy="246062"/>
          </a:xfrm>
          <a:prstGeom prst="rect">
            <a:avLst/>
          </a:prstGeom>
          <a:noFill/>
        </p:spPr>
        <p:txBody>
          <a:bodyPr>
            <a:spAutoFit/>
          </a:bodyPr>
          <a:lstStyle>
            <a:defPPr>
              <a:defRPr lang="en-GB"/>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a:lstStyle>
          <a:p>
            <a:pPr eaLnBrk="1" hangingPunct="1">
              <a:defRPr/>
            </a:pPr>
            <a:r>
              <a:rPr lang="en-US" sz="1000" dirty="0"/>
              <a:t>Prepared by Hamish Spencer</a:t>
            </a:r>
            <a:endParaRPr lang="en-GB" sz="1000" dirty="0"/>
          </a:p>
        </p:txBody>
      </p:sp>
      <p:sp>
        <p:nvSpPr>
          <p:cNvPr id="25612" name="Rectangle 12"/>
          <p:cNvSpPr>
            <a:spLocks noGrp="1" noChangeArrowheads="1"/>
          </p:cNvSpPr>
          <p:nvPr>
            <p:ph type="ctrTitle"/>
          </p:nvPr>
        </p:nvSpPr>
        <p:spPr>
          <a:xfrm>
            <a:off x="990600" y="1828800"/>
            <a:ext cx="7772400" cy="1143000"/>
          </a:xfrm>
        </p:spPr>
        <p:txBody>
          <a:bodyPr/>
          <a:lstStyle>
            <a:lvl1pPr>
              <a:defRPr/>
            </a:lvl1pPr>
          </a:lstStyle>
          <a:p>
            <a:r>
              <a:rPr lang="en-US"/>
              <a:t>Click to edit Master title style</a:t>
            </a:r>
          </a:p>
        </p:txBody>
      </p:sp>
      <p:sp>
        <p:nvSpPr>
          <p:cNvPr id="25613" name="Rectangle 13"/>
          <p:cNvSpPr>
            <a:spLocks noGrp="1" noChangeArrowheads="1"/>
          </p:cNvSpPr>
          <p:nvPr>
            <p:ph type="subTitle" idx="1"/>
          </p:nvPr>
        </p:nvSpPr>
        <p:spPr>
          <a:xfrm>
            <a:off x="1371600" y="3886200"/>
            <a:ext cx="6400800" cy="1752600"/>
          </a:xfrm>
        </p:spPr>
        <p:txBody>
          <a:bodyPr/>
          <a:lstStyle>
            <a:lvl1pPr marL="0" indent="0" algn="ctr">
              <a:buFont typeface="Wingdings" pitchFamily="2" charset="2"/>
              <a:buNone/>
              <a:defRPr/>
            </a:lvl1pPr>
          </a:lstStyle>
          <a:p>
            <a:r>
              <a:rPr lang="en-US"/>
              <a:t>Click to edit Master subtitle style</a:t>
            </a:r>
          </a:p>
        </p:txBody>
      </p:sp>
      <p:sp>
        <p:nvSpPr>
          <p:cNvPr id="15" name="Date Placeholder 14">
            <a:extLst>
              <a:ext uri="{FF2B5EF4-FFF2-40B4-BE49-F238E27FC236}">
                <a16:creationId xmlns:a16="http://schemas.microsoft.com/office/drawing/2014/main" id="{F93FFE49-4CBD-4A08-8C86-C5047F172FA2}"/>
              </a:ext>
            </a:extLst>
          </p:cNvPr>
          <p:cNvSpPr>
            <a:spLocks noGrp="1" noChangeArrowheads="1"/>
          </p:cNvSpPr>
          <p:nvPr>
            <p:ph type="dt" sz="half" idx="10"/>
          </p:nvPr>
        </p:nvSpPr>
        <p:spPr>
          <a:xfrm>
            <a:off x="990600" y="6248400"/>
            <a:ext cx="1905000" cy="457200"/>
          </a:xfrm>
        </p:spPr>
        <p:txBody>
          <a:bodyPr/>
          <a:lstStyle>
            <a:lvl1pPr>
              <a:defRPr>
                <a:solidFill>
                  <a:schemeClr val="bg2"/>
                </a:solidFill>
              </a:defRPr>
            </a:lvl1pPr>
          </a:lstStyle>
          <a:p>
            <a:pPr>
              <a:defRPr/>
            </a:pPr>
            <a:endParaRPr lang="en-US"/>
          </a:p>
        </p:txBody>
      </p:sp>
      <p:sp>
        <p:nvSpPr>
          <p:cNvPr id="16" name="Footer Placeholder 15">
            <a:extLst>
              <a:ext uri="{FF2B5EF4-FFF2-40B4-BE49-F238E27FC236}">
                <a16:creationId xmlns:a16="http://schemas.microsoft.com/office/drawing/2014/main" id="{DDC64452-3127-4E45-83BF-08500AD377CB}"/>
              </a:ext>
            </a:extLst>
          </p:cNvPr>
          <p:cNvSpPr>
            <a:spLocks noGrp="1" noChangeArrowheads="1"/>
          </p:cNvSpPr>
          <p:nvPr>
            <p:ph type="ftr" sz="quarter" idx="11"/>
          </p:nvPr>
        </p:nvSpPr>
        <p:spPr>
          <a:xfrm>
            <a:off x="3429000" y="6248400"/>
            <a:ext cx="2895600" cy="457200"/>
          </a:xfrm>
        </p:spPr>
        <p:txBody>
          <a:bodyPr/>
          <a:lstStyle>
            <a:lvl1pPr>
              <a:defRPr>
                <a:solidFill>
                  <a:schemeClr val="bg2"/>
                </a:solidFill>
              </a:defRPr>
            </a:lvl1pPr>
          </a:lstStyle>
          <a:p>
            <a:pPr>
              <a:defRPr/>
            </a:pPr>
            <a:endParaRPr lang="en-US"/>
          </a:p>
        </p:txBody>
      </p:sp>
    </p:spTree>
    <p:extLst>
      <p:ext uri="{BB962C8B-B14F-4D97-AF65-F5344CB8AC3E}">
        <p14:creationId xmlns:p14="http://schemas.microsoft.com/office/powerpoint/2010/main" val="87177741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11">
            <a:extLst>
              <a:ext uri="{FF2B5EF4-FFF2-40B4-BE49-F238E27FC236}">
                <a16:creationId xmlns:a16="http://schemas.microsoft.com/office/drawing/2014/main" id="{2AC72EC4-05DC-4353-8C11-FD09585BA91B}"/>
              </a:ext>
            </a:extLst>
          </p:cNvPr>
          <p:cNvSpPr>
            <a:spLocks noGrp="1" noChangeArrowheads="1"/>
          </p:cNvSpPr>
          <p:nvPr>
            <p:ph type="dt" sz="half" idx="10"/>
          </p:nvPr>
        </p:nvSpPr>
        <p:spPr/>
        <p:txBody>
          <a:bodyPr/>
          <a:lstStyle>
            <a:lvl1pPr>
              <a:defRPr/>
            </a:lvl1pPr>
          </a:lstStyle>
          <a:p>
            <a:pPr>
              <a:defRPr/>
            </a:pPr>
            <a:endParaRPr lang="en-US"/>
          </a:p>
        </p:txBody>
      </p:sp>
      <p:sp>
        <p:nvSpPr>
          <p:cNvPr id="5" name="Rectangle 12">
            <a:extLst>
              <a:ext uri="{FF2B5EF4-FFF2-40B4-BE49-F238E27FC236}">
                <a16:creationId xmlns:a16="http://schemas.microsoft.com/office/drawing/2014/main" id="{9E78C1C7-499F-4D5F-BA48-ACB60E52424E}"/>
              </a:ext>
            </a:extLst>
          </p:cNvPr>
          <p:cNvSpPr>
            <a:spLocks noGrp="1" noChangeArrowheads="1"/>
          </p:cNvSpPr>
          <p:nvPr>
            <p:ph type="ftr" sz="quarter" idx="11"/>
          </p:nvPr>
        </p:nvSpPr>
        <p:spPr/>
        <p:txBody>
          <a:bodyPr/>
          <a:lstStyle>
            <a:lvl1pPr>
              <a:defRPr/>
            </a:lvl1pPr>
          </a:lstStyle>
          <a:p>
            <a:pPr>
              <a:defRPr/>
            </a:pPr>
            <a:endParaRPr lang="en-US"/>
          </a:p>
        </p:txBody>
      </p:sp>
      <p:sp>
        <p:nvSpPr>
          <p:cNvPr id="6" name="Rectangle 13">
            <a:extLst>
              <a:ext uri="{FF2B5EF4-FFF2-40B4-BE49-F238E27FC236}">
                <a16:creationId xmlns:a16="http://schemas.microsoft.com/office/drawing/2014/main" id="{30C813A2-AD6A-4AEF-9A93-3D650867FB07}"/>
              </a:ext>
            </a:extLst>
          </p:cNvPr>
          <p:cNvSpPr>
            <a:spLocks noGrp="1" noChangeArrowheads="1"/>
          </p:cNvSpPr>
          <p:nvPr>
            <p:ph type="sldNum" sz="quarter" idx="12"/>
          </p:nvPr>
        </p:nvSpPr>
        <p:spPr>
          <a:xfrm>
            <a:off x="6781800" y="6324600"/>
            <a:ext cx="1905000" cy="457200"/>
          </a:xfrm>
          <a:prstGeom prst="rect">
            <a:avLst/>
          </a:prstGeom>
        </p:spPr>
        <p:txBody>
          <a:bodyPr vert="horz" wrap="square" lIns="91440" tIns="45720" rIns="91440" bIns="45720" numCol="1" anchor="t" anchorCtr="0" compatLnSpc="1">
            <a:prstTxWarp prst="textNoShape">
              <a:avLst/>
            </a:prstTxWarp>
          </a:bodyPr>
          <a:lstStyle>
            <a:lvl1pPr eaLnBrk="1" hangingPunct="1">
              <a:defRPr/>
            </a:lvl1pPr>
          </a:lstStyle>
          <a:p>
            <a:pPr>
              <a:defRPr/>
            </a:pPr>
            <a:fld id="{22F8A468-B2BB-4967-837D-7D8C83C09A48}" type="slidenum">
              <a:rPr lang="en-US" altLang="en-US"/>
              <a:pPr>
                <a:defRPr/>
              </a:pPr>
              <a:t>‹#›</a:t>
            </a:fld>
            <a:endParaRPr lang="en-US" altLang="en-US"/>
          </a:p>
        </p:txBody>
      </p:sp>
    </p:spTree>
    <p:extLst>
      <p:ext uri="{BB962C8B-B14F-4D97-AF65-F5344CB8AC3E}">
        <p14:creationId xmlns:p14="http://schemas.microsoft.com/office/powerpoint/2010/main" val="232638949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11">
            <a:extLst>
              <a:ext uri="{FF2B5EF4-FFF2-40B4-BE49-F238E27FC236}">
                <a16:creationId xmlns:a16="http://schemas.microsoft.com/office/drawing/2014/main" id="{F916C416-A095-4CBB-9FF3-BFB673DEA5FE}"/>
              </a:ext>
            </a:extLst>
          </p:cNvPr>
          <p:cNvSpPr>
            <a:spLocks noGrp="1" noChangeArrowheads="1"/>
          </p:cNvSpPr>
          <p:nvPr>
            <p:ph type="dt" sz="half" idx="10"/>
          </p:nvPr>
        </p:nvSpPr>
        <p:spPr/>
        <p:txBody>
          <a:bodyPr/>
          <a:lstStyle>
            <a:lvl1pPr>
              <a:defRPr/>
            </a:lvl1pPr>
          </a:lstStyle>
          <a:p>
            <a:pPr>
              <a:defRPr/>
            </a:pPr>
            <a:endParaRPr lang="en-US"/>
          </a:p>
        </p:txBody>
      </p:sp>
      <p:sp>
        <p:nvSpPr>
          <p:cNvPr id="5" name="Rectangle 12">
            <a:extLst>
              <a:ext uri="{FF2B5EF4-FFF2-40B4-BE49-F238E27FC236}">
                <a16:creationId xmlns:a16="http://schemas.microsoft.com/office/drawing/2014/main" id="{DD7A0633-3D0E-4703-8D7B-E1DA30F35DBE}"/>
              </a:ext>
            </a:extLst>
          </p:cNvPr>
          <p:cNvSpPr>
            <a:spLocks noGrp="1" noChangeArrowheads="1"/>
          </p:cNvSpPr>
          <p:nvPr>
            <p:ph type="ftr" sz="quarter" idx="11"/>
          </p:nvPr>
        </p:nvSpPr>
        <p:spPr/>
        <p:txBody>
          <a:bodyPr/>
          <a:lstStyle>
            <a:lvl1pPr>
              <a:defRPr/>
            </a:lvl1pPr>
          </a:lstStyle>
          <a:p>
            <a:pPr>
              <a:defRPr/>
            </a:pPr>
            <a:endParaRPr lang="en-US"/>
          </a:p>
        </p:txBody>
      </p:sp>
      <p:sp>
        <p:nvSpPr>
          <p:cNvPr id="6" name="Rectangle 13">
            <a:extLst>
              <a:ext uri="{FF2B5EF4-FFF2-40B4-BE49-F238E27FC236}">
                <a16:creationId xmlns:a16="http://schemas.microsoft.com/office/drawing/2014/main" id="{3C613920-5899-48FF-9438-6298BDEB904F}"/>
              </a:ext>
            </a:extLst>
          </p:cNvPr>
          <p:cNvSpPr>
            <a:spLocks noGrp="1" noChangeArrowheads="1"/>
          </p:cNvSpPr>
          <p:nvPr>
            <p:ph type="sldNum" sz="quarter" idx="12"/>
          </p:nvPr>
        </p:nvSpPr>
        <p:spPr>
          <a:xfrm>
            <a:off x="6781800" y="6324600"/>
            <a:ext cx="1905000" cy="457200"/>
          </a:xfrm>
          <a:prstGeom prst="rect">
            <a:avLst/>
          </a:prstGeom>
        </p:spPr>
        <p:txBody>
          <a:bodyPr vert="horz" wrap="square" lIns="91440" tIns="45720" rIns="91440" bIns="45720" numCol="1" anchor="t" anchorCtr="0" compatLnSpc="1">
            <a:prstTxWarp prst="textNoShape">
              <a:avLst/>
            </a:prstTxWarp>
          </a:bodyPr>
          <a:lstStyle>
            <a:lvl1pPr eaLnBrk="1" hangingPunct="1">
              <a:defRPr/>
            </a:lvl1pPr>
          </a:lstStyle>
          <a:p>
            <a:pPr>
              <a:defRPr/>
            </a:pPr>
            <a:fld id="{A9B60E1E-804A-46A3-A2D7-10317F8E3A54}" type="slidenum">
              <a:rPr lang="en-US" altLang="en-US"/>
              <a:pPr>
                <a:defRPr/>
              </a:pPr>
              <a:t>‹#›</a:t>
            </a:fld>
            <a:endParaRPr lang="en-US" altLang="en-US"/>
          </a:p>
        </p:txBody>
      </p:sp>
    </p:spTree>
    <p:extLst>
      <p:ext uri="{BB962C8B-B14F-4D97-AF65-F5344CB8AC3E}">
        <p14:creationId xmlns:p14="http://schemas.microsoft.com/office/powerpoint/2010/main" val="187608106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1182688" y="1628775"/>
            <a:ext cx="3810000" cy="450373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5145088" y="1628775"/>
            <a:ext cx="3810000" cy="450373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11">
            <a:extLst>
              <a:ext uri="{FF2B5EF4-FFF2-40B4-BE49-F238E27FC236}">
                <a16:creationId xmlns:a16="http://schemas.microsoft.com/office/drawing/2014/main" id="{E89EB659-C2C9-46EB-8C2B-E1F76DB15E1B}"/>
              </a:ext>
            </a:extLst>
          </p:cNvPr>
          <p:cNvSpPr>
            <a:spLocks noGrp="1" noChangeArrowheads="1"/>
          </p:cNvSpPr>
          <p:nvPr>
            <p:ph type="dt" sz="half" idx="10"/>
          </p:nvPr>
        </p:nvSpPr>
        <p:spPr/>
        <p:txBody>
          <a:bodyPr/>
          <a:lstStyle>
            <a:lvl1pPr>
              <a:defRPr/>
            </a:lvl1pPr>
          </a:lstStyle>
          <a:p>
            <a:pPr>
              <a:defRPr/>
            </a:pPr>
            <a:endParaRPr lang="en-US"/>
          </a:p>
        </p:txBody>
      </p:sp>
      <p:sp>
        <p:nvSpPr>
          <p:cNvPr id="6" name="Rectangle 12">
            <a:extLst>
              <a:ext uri="{FF2B5EF4-FFF2-40B4-BE49-F238E27FC236}">
                <a16:creationId xmlns:a16="http://schemas.microsoft.com/office/drawing/2014/main" id="{FE1C49DE-842C-41B2-B1AC-D48711FEB344}"/>
              </a:ext>
            </a:extLst>
          </p:cNvPr>
          <p:cNvSpPr>
            <a:spLocks noGrp="1" noChangeArrowheads="1"/>
          </p:cNvSpPr>
          <p:nvPr>
            <p:ph type="ftr" sz="quarter" idx="11"/>
          </p:nvPr>
        </p:nvSpPr>
        <p:spPr/>
        <p:txBody>
          <a:bodyPr/>
          <a:lstStyle>
            <a:lvl1pPr>
              <a:defRPr/>
            </a:lvl1pPr>
          </a:lstStyle>
          <a:p>
            <a:pPr>
              <a:defRPr/>
            </a:pPr>
            <a:endParaRPr lang="en-US"/>
          </a:p>
        </p:txBody>
      </p:sp>
      <p:sp>
        <p:nvSpPr>
          <p:cNvPr id="7" name="Rectangle 13">
            <a:extLst>
              <a:ext uri="{FF2B5EF4-FFF2-40B4-BE49-F238E27FC236}">
                <a16:creationId xmlns:a16="http://schemas.microsoft.com/office/drawing/2014/main" id="{0BD4FAF4-37DE-46EA-84A9-17DCF953A6A5}"/>
              </a:ext>
            </a:extLst>
          </p:cNvPr>
          <p:cNvSpPr>
            <a:spLocks noGrp="1" noChangeArrowheads="1"/>
          </p:cNvSpPr>
          <p:nvPr>
            <p:ph type="sldNum" sz="quarter" idx="12"/>
          </p:nvPr>
        </p:nvSpPr>
        <p:spPr>
          <a:xfrm>
            <a:off x="6781800" y="6324600"/>
            <a:ext cx="1905000" cy="457200"/>
          </a:xfrm>
          <a:prstGeom prst="rect">
            <a:avLst/>
          </a:prstGeom>
        </p:spPr>
        <p:txBody>
          <a:bodyPr vert="horz" wrap="square" lIns="91440" tIns="45720" rIns="91440" bIns="45720" numCol="1" anchor="t" anchorCtr="0" compatLnSpc="1">
            <a:prstTxWarp prst="textNoShape">
              <a:avLst/>
            </a:prstTxWarp>
          </a:bodyPr>
          <a:lstStyle>
            <a:lvl1pPr eaLnBrk="1" hangingPunct="1">
              <a:defRPr/>
            </a:lvl1pPr>
          </a:lstStyle>
          <a:p>
            <a:pPr>
              <a:defRPr/>
            </a:pPr>
            <a:fld id="{147EE280-46E6-48DE-8C0D-B2A7EC806A0C}" type="slidenum">
              <a:rPr lang="en-US" altLang="en-US"/>
              <a:pPr>
                <a:defRPr/>
              </a:pPr>
              <a:t>‹#›</a:t>
            </a:fld>
            <a:endParaRPr lang="en-US" altLang="en-US"/>
          </a:p>
        </p:txBody>
      </p:sp>
    </p:spTree>
    <p:extLst>
      <p:ext uri="{BB962C8B-B14F-4D97-AF65-F5344CB8AC3E}">
        <p14:creationId xmlns:p14="http://schemas.microsoft.com/office/powerpoint/2010/main" val="335015460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11">
            <a:extLst>
              <a:ext uri="{FF2B5EF4-FFF2-40B4-BE49-F238E27FC236}">
                <a16:creationId xmlns:a16="http://schemas.microsoft.com/office/drawing/2014/main" id="{6F3810F0-F635-4683-AD41-F83BA50E7E69}"/>
              </a:ext>
            </a:extLst>
          </p:cNvPr>
          <p:cNvSpPr>
            <a:spLocks noGrp="1" noChangeArrowheads="1"/>
          </p:cNvSpPr>
          <p:nvPr>
            <p:ph type="dt" sz="half" idx="10"/>
          </p:nvPr>
        </p:nvSpPr>
        <p:spPr/>
        <p:txBody>
          <a:bodyPr/>
          <a:lstStyle>
            <a:lvl1pPr>
              <a:defRPr/>
            </a:lvl1pPr>
          </a:lstStyle>
          <a:p>
            <a:pPr>
              <a:defRPr/>
            </a:pPr>
            <a:endParaRPr lang="en-US"/>
          </a:p>
        </p:txBody>
      </p:sp>
      <p:sp>
        <p:nvSpPr>
          <p:cNvPr id="8" name="Rectangle 12">
            <a:extLst>
              <a:ext uri="{FF2B5EF4-FFF2-40B4-BE49-F238E27FC236}">
                <a16:creationId xmlns:a16="http://schemas.microsoft.com/office/drawing/2014/main" id="{528FD012-4D1B-4336-83B5-4AC69628FA5C}"/>
              </a:ext>
            </a:extLst>
          </p:cNvPr>
          <p:cNvSpPr>
            <a:spLocks noGrp="1" noChangeArrowheads="1"/>
          </p:cNvSpPr>
          <p:nvPr>
            <p:ph type="ftr" sz="quarter" idx="11"/>
          </p:nvPr>
        </p:nvSpPr>
        <p:spPr/>
        <p:txBody>
          <a:bodyPr/>
          <a:lstStyle>
            <a:lvl1pPr>
              <a:defRPr/>
            </a:lvl1pPr>
          </a:lstStyle>
          <a:p>
            <a:pPr>
              <a:defRPr/>
            </a:pPr>
            <a:endParaRPr lang="en-US"/>
          </a:p>
        </p:txBody>
      </p:sp>
      <p:sp>
        <p:nvSpPr>
          <p:cNvPr id="9" name="Rectangle 13">
            <a:extLst>
              <a:ext uri="{FF2B5EF4-FFF2-40B4-BE49-F238E27FC236}">
                <a16:creationId xmlns:a16="http://schemas.microsoft.com/office/drawing/2014/main" id="{7EF6A06D-FA60-44FE-A968-0AB4823BD960}"/>
              </a:ext>
            </a:extLst>
          </p:cNvPr>
          <p:cNvSpPr>
            <a:spLocks noGrp="1" noChangeArrowheads="1"/>
          </p:cNvSpPr>
          <p:nvPr>
            <p:ph type="sldNum" sz="quarter" idx="12"/>
          </p:nvPr>
        </p:nvSpPr>
        <p:spPr>
          <a:xfrm>
            <a:off x="6781800" y="6324600"/>
            <a:ext cx="1905000" cy="457200"/>
          </a:xfrm>
          <a:prstGeom prst="rect">
            <a:avLst/>
          </a:prstGeom>
        </p:spPr>
        <p:txBody>
          <a:bodyPr vert="horz" wrap="square" lIns="91440" tIns="45720" rIns="91440" bIns="45720" numCol="1" anchor="t" anchorCtr="0" compatLnSpc="1">
            <a:prstTxWarp prst="textNoShape">
              <a:avLst/>
            </a:prstTxWarp>
          </a:bodyPr>
          <a:lstStyle>
            <a:lvl1pPr eaLnBrk="1" hangingPunct="1">
              <a:defRPr/>
            </a:lvl1pPr>
          </a:lstStyle>
          <a:p>
            <a:pPr>
              <a:defRPr/>
            </a:pPr>
            <a:fld id="{F20BAD44-3B89-495C-899A-B2793C695D9E}" type="slidenum">
              <a:rPr lang="en-US" altLang="en-US"/>
              <a:pPr>
                <a:defRPr/>
              </a:pPr>
              <a:t>‹#›</a:t>
            </a:fld>
            <a:endParaRPr lang="en-US" altLang="en-US"/>
          </a:p>
        </p:txBody>
      </p:sp>
    </p:spTree>
    <p:extLst>
      <p:ext uri="{BB962C8B-B14F-4D97-AF65-F5344CB8AC3E}">
        <p14:creationId xmlns:p14="http://schemas.microsoft.com/office/powerpoint/2010/main" val="281230837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11">
            <a:extLst>
              <a:ext uri="{FF2B5EF4-FFF2-40B4-BE49-F238E27FC236}">
                <a16:creationId xmlns:a16="http://schemas.microsoft.com/office/drawing/2014/main" id="{6A591F7D-7AE9-4B5E-99F8-070366D15CD1}"/>
              </a:ext>
            </a:extLst>
          </p:cNvPr>
          <p:cNvSpPr>
            <a:spLocks noGrp="1" noChangeArrowheads="1"/>
          </p:cNvSpPr>
          <p:nvPr>
            <p:ph type="dt" sz="half" idx="10"/>
          </p:nvPr>
        </p:nvSpPr>
        <p:spPr/>
        <p:txBody>
          <a:bodyPr/>
          <a:lstStyle>
            <a:lvl1pPr>
              <a:defRPr/>
            </a:lvl1pPr>
          </a:lstStyle>
          <a:p>
            <a:pPr>
              <a:defRPr/>
            </a:pPr>
            <a:endParaRPr lang="en-US"/>
          </a:p>
        </p:txBody>
      </p:sp>
      <p:sp>
        <p:nvSpPr>
          <p:cNvPr id="4" name="Rectangle 12">
            <a:extLst>
              <a:ext uri="{FF2B5EF4-FFF2-40B4-BE49-F238E27FC236}">
                <a16:creationId xmlns:a16="http://schemas.microsoft.com/office/drawing/2014/main" id="{B44EE704-78C7-4A46-9221-78A6587B9A74}"/>
              </a:ext>
            </a:extLst>
          </p:cNvPr>
          <p:cNvSpPr>
            <a:spLocks noGrp="1" noChangeArrowheads="1"/>
          </p:cNvSpPr>
          <p:nvPr>
            <p:ph type="ftr" sz="quarter" idx="11"/>
          </p:nvPr>
        </p:nvSpPr>
        <p:spPr/>
        <p:txBody>
          <a:bodyPr/>
          <a:lstStyle>
            <a:lvl1pPr>
              <a:defRPr/>
            </a:lvl1pPr>
          </a:lstStyle>
          <a:p>
            <a:pPr>
              <a:defRPr/>
            </a:pPr>
            <a:endParaRPr lang="en-US"/>
          </a:p>
        </p:txBody>
      </p:sp>
      <p:sp>
        <p:nvSpPr>
          <p:cNvPr id="5" name="Rectangle 13">
            <a:extLst>
              <a:ext uri="{FF2B5EF4-FFF2-40B4-BE49-F238E27FC236}">
                <a16:creationId xmlns:a16="http://schemas.microsoft.com/office/drawing/2014/main" id="{B7280801-DF3A-43CE-8874-F0AB11134446}"/>
              </a:ext>
            </a:extLst>
          </p:cNvPr>
          <p:cNvSpPr>
            <a:spLocks noGrp="1" noChangeArrowheads="1"/>
          </p:cNvSpPr>
          <p:nvPr>
            <p:ph type="sldNum" sz="quarter" idx="12"/>
          </p:nvPr>
        </p:nvSpPr>
        <p:spPr>
          <a:xfrm>
            <a:off x="6781800" y="6324600"/>
            <a:ext cx="1905000" cy="457200"/>
          </a:xfrm>
          <a:prstGeom prst="rect">
            <a:avLst/>
          </a:prstGeom>
        </p:spPr>
        <p:txBody>
          <a:bodyPr vert="horz" wrap="square" lIns="91440" tIns="45720" rIns="91440" bIns="45720" numCol="1" anchor="t" anchorCtr="0" compatLnSpc="1">
            <a:prstTxWarp prst="textNoShape">
              <a:avLst/>
            </a:prstTxWarp>
          </a:bodyPr>
          <a:lstStyle>
            <a:lvl1pPr eaLnBrk="1" hangingPunct="1">
              <a:defRPr/>
            </a:lvl1pPr>
          </a:lstStyle>
          <a:p>
            <a:pPr>
              <a:defRPr/>
            </a:pPr>
            <a:fld id="{87DBBB3C-3540-4284-9C03-58446440D93A}" type="slidenum">
              <a:rPr lang="en-US" altLang="en-US"/>
              <a:pPr>
                <a:defRPr/>
              </a:pPr>
              <a:t>‹#›</a:t>
            </a:fld>
            <a:endParaRPr lang="en-US" altLang="en-US"/>
          </a:p>
        </p:txBody>
      </p:sp>
    </p:spTree>
    <p:extLst>
      <p:ext uri="{BB962C8B-B14F-4D97-AF65-F5344CB8AC3E}">
        <p14:creationId xmlns:p14="http://schemas.microsoft.com/office/powerpoint/2010/main" val="130413845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11">
            <a:extLst>
              <a:ext uri="{FF2B5EF4-FFF2-40B4-BE49-F238E27FC236}">
                <a16:creationId xmlns:a16="http://schemas.microsoft.com/office/drawing/2014/main" id="{DCDE1AA5-71C4-486D-9292-33738F568199}"/>
              </a:ext>
            </a:extLst>
          </p:cNvPr>
          <p:cNvSpPr>
            <a:spLocks noGrp="1" noChangeArrowheads="1"/>
          </p:cNvSpPr>
          <p:nvPr>
            <p:ph type="dt" sz="half" idx="10"/>
          </p:nvPr>
        </p:nvSpPr>
        <p:spPr/>
        <p:txBody>
          <a:bodyPr/>
          <a:lstStyle>
            <a:lvl1pPr>
              <a:defRPr/>
            </a:lvl1pPr>
          </a:lstStyle>
          <a:p>
            <a:pPr>
              <a:defRPr/>
            </a:pPr>
            <a:endParaRPr lang="en-US"/>
          </a:p>
        </p:txBody>
      </p:sp>
      <p:sp>
        <p:nvSpPr>
          <p:cNvPr id="3" name="Rectangle 12">
            <a:extLst>
              <a:ext uri="{FF2B5EF4-FFF2-40B4-BE49-F238E27FC236}">
                <a16:creationId xmlns:a16="http://schemas.microsoft.com/office/drawing/2014/main" id="{F29ABBC3-2E41-40B7-9E30-F563D997A8C1}"/>
              </a:ext>
            </a:extLst>
          </p:cNvPr>
          <p:cNvSpPr>
            <a:spLocks noGrp="1" noChangeArrowheads="1"/>
          </p:cNvSpPr>
          <p:nvPr>
            <p:ph type="ftr" sz="quarter" idx="11"/>
          </p:nvPr>
        </p:nvSpPr>
        <p:spPr/>
        <p:txBody>
          <a:bodyPr/>
          <a:lstStyle>
            <a:lvl1pPr>
              <a:defRPr/>
            </a:lvl1pPr>
          </a:lstStyle>
          <a:p>
            <a:pPr>
              <a:defRPr/>
            </a:pPr>
            <a:endParaRPr lang="en-US"/>
          </a:p>
        </p:txBody>
      </p:sp>
      <p:sp>
        <p:nvSpPr>
          <p:cNvPr id="4" name="Rectangle 13">
            <a:extLst>
              <a:ext uri="{FF2B5EF4-FFF2-40B4-BE49-F238E27FC236}">
                <a16:creationId xmlns:a16="http://schemas.microsoft.com/office/drawing/2014/main" id="{384AEB07-060A-4A75-A08C-ACC84E385E70}"/>
              </a:ext>
            </a:extLst>
          </p:cNvPr>
          <p:cNvSpPr>
            <a:spLocks noGrp="1" noChangeArrowheads="1"/>
          </p:cNvSpPr>
          <p:nvPr>
            <p:ph type="sldNum" sz="quarter" idx="12"/>
          </p:nvPr>
        </p:nvSpPr>
        <p:spPr>
          <a:xfrm>
            <a:off x="6781800" y="6324600"/>
            <a:ext cx="1905000" cy="457200"/>
          </a:xfrm>
          <a:prstGeom prst="rect">
            <a:avLst/>
          </a:prstGeom>
        </p:spPr>
        <p:txBody>
          <a:bodyPr vert="horz" wrap="square" lIns="91440" tIns="45720" rIns="91440" bIns="45720" numCol="1" anchor="t" anchorCtr="0" compatLnSpc="1">
            <a:prstTxWarp prst="textNoShape">
              <a:avLst/>
            </a:prstTxWarp>
          </a:bodyPr>
          <a:lstStyle>
            <a:lvl1pPr eaLnBrk="1" hangingPunct="1">
              <a:defRPr/>
            </a:lvl1pPr>
          </a:lstStyle>
          <a:p>
            <a:pPr>
              <a:defRPr/>
            </a:pPr>
            <a:fld id="{D831D421-0C6C-4F24-846A-381F156B39AE}" type="slidenum">
              <a:rPr lang="en-US" altLang="en-US"/>
              <a:pPr>
                <a:defRPr/>
              </a:pPr>
              <a:t>‹#›</a:t>
            </a:fld>
            <a:endParaRPr lang="en-US" altLang="en-US"/>
          </a:p>
        </p:txBody>
      </p:sp>
    </p:spTree>
    <p:extLst>
      <p:ext uri="{BB962C8B-B14F-4D97-AF65-F5344CB8AC3E}">
        <p14:creationId xmlns:p14="http://schemas.microsoft.com/office/powerpoint/2010/main" val="128407758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11">
            <a:extLst>
              <a:ext uri="{FF2B5EF4-FFF2-40B4-BE49-F238E27FC236}">
                <a16:creationId xmlns:a16="http://schemas.microsoft.com/office/drawing/2014/main" id="{FECDC640-CBFD-4F1B-80EB-92D9CCA5DCC5}"/>
              </a:ext>
            </a:extLst>
          </p:cNvPr>
          <p:cNvSpPr>
            <a:spLocks noGrp="1" noChangeArrowheads="1"/>
          </p:cNvSpPr>
          <p:nvPr>
            <p:ph type="dt" sz="half" idx="10"/>
          </p:nvPr>
        </p:nvSpPr>
        <p:spPr/>
        <p:txBody>
          <a:bodyPr/>
          <a:lstStyle>
            <a:lvl1pPr>
              <a:defRPr/>
            </a:lvl1pPr>
          </a:lstStyle>
          <a:p>
            <a:pPr>
              <a:defRPr/>
            </a:pPr>
            <a:endParaRPr lang="en-US"/>
          </a:p>
        </p:txBody>
      </p:sp>
      <p:sp>
        <p:nvSpPr>
          <p:cNvPr id="6" name="Rectangle 12">
            <a:extLst>
              <a:ext uri="{FF2B5EF4-FFF2-40B4-BE49-F238E27FC236}">
                <a16:creationId xmlns:a16="http://schemas.microsoft.com/office/drawing/2014/main" id="{85D7A32D-14CE-4AA3-A501-937046090DED}"/>
              </a:ext>
            </a:extLst>
          </p:cNvPr>
          <p:cNvSpPr>
            <a:spLocks noGrp="1" noChangeArrowheads="1"/>
          </p:cNvSpPr>
          <p:nvPr>
            <p:ph type="ftr" sz="quarter" idx="11"/>
          </p:nvPr>
        </p:nvSpPr>
        <p:spPr/>
        <p:txBody>
          <a:bodyPr/>
          <a:lstStyle>
            <a:lvl1pPr>
              <a:defRPr/>
            </a:lvl1pPr>
          </a:lstStyle>
          <a:p>
            <a:pPr>
              <a:defRPr/>
            </a:pPr>
            <a:endParaRPr lang="en-US"/>
          </a:p>
        </p:txBody>
      </p:sp>
      <p:sp>
        <p:nvSpPr>
          <p:cNvPr id="7" name="Rectangle 13">
            <a:extLst>
              <a:ext uri="{FF2B5EF4-FFF2-40B4-BE49-F238E27FC236}">
                <a16:creationId xmlns:a16="http://schemas.microsoft.com/office/drawing/2014/main" id="{663B5697-0C07-4F25-A46F-F8AEEB9C710A}"/>
              </a:ext>
            </a:extLst>
          </p:cNvPr>
          <p:cNvSpPr>
            <a:spLocks noGrp="1" noChangeArrowheads="1"/>
          </p:cNvSpPr>
          <p:nvPr>
            <p:ph type="sldNum" sz="quarter" idx="12"/>
          </p:nvPr>
        </p:nvSpPr>
        <p:spPr>
          <a:xfrm>
            <a:off x="6781800" y="6324600"/>
            <a:ext cx="1905000" cy="457200"/>
          </a:xfrm>
          <a:prstGeom prst="rect">
            <a:avLst/>
          </a:prstGeom>
        </p:spPr>
        <p:txBody>
          <a:bodyPr vert="horz" wrap="square" lIns="91440" tIns="45720" rIns="91440" bIns="45720" numCol="1" anchor="t" anchorCtr="0" compatLnSpc="1">
            <a:prstTxWarp prst="textNoShape">
              <a:avLst/>
            </a:prstTxWarp>
          </a:bodyPr>
          <a:lstStyle>
            <a:lvl1pPr eaLnBrk="1" hangingPunct="1">
              <a:defRPr/>
            </a:lvl1pPr>
          </a:lstStyle>
          <a:p>
            <a:pPr>
              <a:defRPr/>
            </a:pPr>
            <a:fld id="{B677A9C4-3410-4575-8C5C-731EF398E123}" type="slidenum">
              <a:rPr lang="en-US" altLang="en-US"/>
              <a:pPr>
                <a:defRPr/>
              </a:pPr>
              <a:t>‹#›</a:t>
            </a:fld>
            <a:endParaRPr lang="en-US" altLang="en-US"/>
          </a:p>
        </p:txBody>
      </p:sp>
    </p:spTree>
    <p:extLst>
      <p:ext uri="{BB962C8B-B14F-4D97-AF65-F5344CB8AC3E}">
        <p14:creationId xmlns:p14="http://schemas.microsoft.com/office/powerpoint/2010/main" val="301921837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11">
            <a:extLst>
              <a:ext uri="{FF2B5EF4-FFF2-40B4-BE49-F238E27FC236}">
                <a16:creationId xmlns:a16="http://schemas.microsoft.com/office/drawing/2014/main" id="{1AD5A3F4-B4CD-4B72-9E83-5CB58A4E9B37}"/>
              </a:ext>
            </a:extLst>
          </p:cNvPr>
          <p:cNvSpPr>
            <a:spLocks noGrp="1" noChangeArrowheads="1"/>
          </p:cNvSpPr>
          <p:nvPr>
            <p:ph type="dt" sz="half" idx="10"/>
          </p:nvPr>
        </p:nvSpPr>
        <p:spPr/>
        <p:txBody>
          <a:bodyPr/>
          <a:lstStyle>
            <a:lvl1pPr>
              <a:defRPr/>
            </a:lvl1pPr>
          </a:lstStyle>
          <a:p>
            <a:pPr>
              <a:defRPr/>
            </a:pPr>
            <a:endParaRPr lang="en-US"/>
          </a:p>
        </p:txBody>
      </p:sp>
      <p:sp>
        <p:nvSpPr>
          <p:cNvPr id="6" name="Rectangle 12">
            <a:extLst>
              <a:ext uri="{FF2B5EF4-FFF2-40B4-BE49-F238E27FC236}">
                <a16:creationId xmlns:a16="http://schemas.microsoft.com/office/drawing/2014/main" id="{2F253D63-BAA8-486D-8F09-F44FEBDAA817}"/>
              </a:ext>
            </a:extLst>
          </p:cNvPr>
          <p:cNvSpPr>
            <a:spLocks noGrp="1" noChangeArrowheads="1"/>
          </p:cNvSpPr>
          <p:nvPr>
            <p:ph type="ftr" sz="quarter" idx="11"/>
          </p:nvPr>
        </p:nvSpPr>
        <p:spPr/>
        <p:txBody>
          <a:bodyPr/>
          <a:lstStyle>
            <a:lvl1pPr>
              <a:defRPr/>
            </a:lvl1pPr>
          </a:lstStyle>
          <a:p>
            <a:pPr>
              <a:defRPr/>
            </a:pPr>
            <a:endParaRPr lang="en-US"/>
          </a:p>
        </p:txBody>
      </p:sp>
      <p:sp>
        <p:nvSpPr>
          <p:cNvPr id="7" name="Rectangle 13">
            <a:extLst>
              <a:ext uri="{FF2B5EF4-FFF2-40B4-BE49-F238E27FC236}">
                <a16:creationId xmlns:a16="http://schemas.microsoft.com/office/drawing/2014/main" id="{FD307129-F176-4335-986F-26D796E925C5}"/>
              </a:ext>
            </a:extLst>
          </p:cNvPr>
          <p:cNvSpPr>
            <a:spLocks noGrp="1" noChangeArrowheads="1"/>
          </p:cNvSpPr>
          <p:nvPr>
            <p:ph type="sldNum" sz="quarter" idx="12"/>
          </p:nvPr>
        </p:nvSpPr>
        <p:spPr>
          <a:xfrm>
            <a:off x="6781800" y="6324600"/>
            <a:ext cx="1905000" cy="457200"/>
          </a:xfrm>
          <a:prstGeom prst="rect">
            <a:avLst/>
          </a:prstGeom>
        </p:spPr>
        <p:txBody>
          <a:bodyPr vert="horz" wrap="square" lIns="91440" tIns="45720" rIns="91440" bIns="45720" numCol="1" anchor="t" anchorCtr="0" compatLnSpc="1">
            <a:prstTxWarp prst="textNoShape">
              <a:avLst/>
            </a:prstTxWarp>
          </a:bodyPr>
          <a:lstStyle>
            <a:lvl1pPr eaLnBrk="1" hangingPunct="1">
              <a:defRPr/>
            </a:lvl1pPr>
          </a:lstStyle>
          <a:p>
            <a:pPr>
              <a:defRPr/>
            </a:pPr>
            <a:fld id="{487A71C7-F88E-4A4C-BD6F-10813CDFD9D1}" type="slidenum">
              <a:rPr lang="en-US" altLang="en-US"/>
              <a:pPr>
                <a:defRPr/>
              </a:pPr>
              <a:t>‹#›</a:t>
            </a:fld>
            <a:endParaRPr lang="en-US" altLang="en-US"/>
          </a:p>
        </p:txBody>
      </p:sp>
    </p:spTree>
    <p:extLst>
      <p:ext uri="{BB962C8B-B14F-4D97-AF65-F5344CB8AC3E}">
        <p14:creationId xmlns:p14="http://schemas.microsoft.com/office/powerpoint/2010/main" val="261498910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11">
            <a:extLst>
              <a:ext uri="{FF2B5EF4-FFF2-40B4-BE49-F238E27FC236}">
                <a16:creationId xmlns:a16="http://schemas.microsoft.com/office/drawing/2014/main" id="{5FD8443A-8B17-46B9-AC6F-BF907CE50763}"/>
              </a:ext>
            </a:extLst>
          </p:cNvPr>
          <p:cNvSpPr>
            <a:spLocks noGrp="1" noChangeArrowheads="1"/>
          </p:cNvSpPr>
          <p:nvPr>
            <p:ph type="dt" sz="half" idx="10"/>
          </p:nvPr>
        </p:nvSpPr>
        <p:spPr/>
        <p:txBody>
          <a:bodyPr/>
          <a:lstStyle>
            <a:lvl1pPr>
              <a:defRPr/>
            </a:lvl1pPr>
          </a:lstStyle>
          <a:p>
            <a:pPr>
              <a:defRPr/>
            </a:pPr>
            <a:endParaRPr lang="en-US"/>
          </a:p>
        </p:txBody>
      </p:sp>
      <p:sp>
        <p:nvSpPr>
          <p:cNvPr id="5" name="Rectangle 12">
            <a:extLst>
              <a:ext uri="{FF2B5EF4-FFF2-40B4-BE49-F238E27FC236}">
                <a16:creationId xmlns:a16="http://schemas.microsoft.com/office/drawing/2014/main" id="{D061DFDC-ED12-4952-9BB1-147757706524}"/>
              </a:ext>
            </a:extLst>
          </p:cNvPr>
          <p:cNvSpPr>
            <a:spLocks noGrp="1" noChangeArrowheads="1"/>
          </p:cNvSpPr>
          <p:nvPr>
            <p:ph type="ftr" sz="quarter" idx="11"/>
          </p:nvPr>
        </p:nvSpPr>
        <p:spPr/>
        <p:txBody>
          <a:bodyPr/>
          <a:lstStyle>
            <a:lvl1pPr>
              <a:defRPr/>
            </a:lvl1pPr>
          </a:lstStyle>
          <a:p>
            <a:pPr>
              <a:defRPr/>
            </a:pPr>
            <a:endParaRPr lang="en-US"/>
          </a:p>
        </p:txBody>
      </p:sp>
      <p:sp>
        <p:nvSpPr>
          <p:cNvPr id="6" name="Rectangle 13">
            <a:extLst>
              <a:ext uri="{FF2B5EF4-FFF2-40B4-BE49-F238E27FC236}">
                <a16:creationId xmlns:a16="http://schemas.microsoft.com/office/drawing/2014/main" id="{F95D47F1-BF53-4A14-A4CF-B91CF5137E2D}"/>
              </a:ext>
            </a:extLst>
          </p:cNvPr>
          <p:cNvSpPr>
            <a:spLocks noGrp="1" noChangeArrowheads="1"/>
          </p:cNvSpPr>
          <p:nvPr>
            <p:ph type="sldNum" sz="quarter" idx="12"/>
          </p:nvPr>
        </p:nvSpPr>
        <p:spPr>
          <a:xfrm>
            <a:off x="6781800" y="6324600"/>
            <a:ext cx="1905000" cy="457200"/>
          </a:xfrm>
          <a:prstGeom prst="rect">
            <a:avLst/>
          </a:prstGeom>
        </p:spPr>
        <p:txBody>
          <a:bodyPr vert="horz" wrap="square" lIns="91440" tIns="45720" rIns="91440" bIns="45720" numCol="1" anchor="t" anchorCtr="0" compatLnSpc="1">
            <a:prstTxWarp prst="textNoShape">
              <a:avLst/>
            </a:prstTxWarp>
          </a:bodyPr>
          <a:lstStyle>
            <a:lvl1pPr eaLnBrk="1" hangingPunct="1">
              <a:defRPr/>
            </a:lvl1pPr>
          </a:lstStyle>
          <a:p>
            <a:pPr>
              <a:defRPr/>
            </a:pPr>
            <a:fld id="{0B7BC7EB-7EB0-4434-9563-E7ECAF095E6B}" type="slidenum">
              <a:rPr lang="en-US" altLang="en-US"/>
              <a:pPr>
                <a:defRPr/>
              </a:pPr>
              <a:t>‹#›</a:t>
            </a:fld>
            <a:endParaRPr lang="en-US" altLang="en-US"/>
          </a:p>
        </p:txBody>
      </p:sp>
    </p:spTree>
    <p:extLst>
      <p:ext uri="{BB962C8B-B14F-4D97-AF65-F5344CB8AC3E}">
        <p14:creationId xmlns:p14="http://schemas.microsoft.com/office/powerpoint/2010/main" val="14127486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996113" y="404813"/>
            <a:ext cx="1958975" cy="57277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1116013" y="404813"/>
            <a:ext cx="5727700" cy="57277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11">
            <a:extLst>
              <a:ext uri="{FF2B5EF4-FFF2-40B4-BE49-F238E27FC236}">
                <a16:creationId xmlns:a16="http://schemas.microsoft.com/office/drawing/2014/main" id="{279ED983-B700-45D8-9AF6-54814619806B}"/>
              </a:ext>
            </a:extLst>
          </p:cNvPr>
          <p:cNvSpPr>
            <a:spLocks noGrp="1" noChangeArrowheads="1"/>
          </p:cNvSpPr>
          <p:nvPr>
            <p:ph type="dt" sz="half" idx="10"/>
          </p:nvPr>
        </p:nvSpPr>
        <p:spPr/>
        <p:txBody>
          <a:bodyPr/>
          <a:lstStyle>
            <a:lvl1pPr>
              <a:defRPr/>
            </a:lvl1pPr>
          </a:lstStyle>
          <a:p>
            <a:pPr>
              <a:defRPr/>
            </a:pPr>
            <a:endParaRPr lang="en-US"/>
          </a:p>
        </p:txBody>
      </p:sp>
      <p:sp>
        <p:nvSpPr>
          <p:cNvPr id="5" name="Rectangle 12">
            <a:extLst>
              <a:ext uri="{FF2B5EF4-FFF2-40B4-BE49-F238E27FC236}">
                <a16:creationId xmlns:a16="http://schemas.microsoft.com/office/drawing/2014/main" id="{196ABF31-FB1D-45A5-A0CB-6D0CDF78B2B8}"/>
              </a:ext>
            </a:extLst>
          </p:cNvPr>
          <p:cNvSpPr>
            <a:spLocks noGrp="1" noChangeArrowheads="1"/>
          </p:cNvSpPr>
          <p:nvPr>
            <p:ph type="ftr" sz="quarter" idx="11"/>
          </p:nvPr>
        </p:nvSpPr>
        <p:spPr/>
        <p:txBody>
          <a:bodyPr/>
          <a:lstStyle>
            <a:lvl1pPr>
              <a:defRPr/>
            </a:lvl1pPr>
          </a:lstStyle>
          <a:p>
            <a:pPr>
              <a:defRPr/>
            </a:pPr>
            <a:endParaRPr lang="en-US"/>
          </a:p>
        </p:txBody>
      </p:sp>
      <p:sp>
        <p:nvSpPr>
          <p:cNvPr id="6" name="Rectangle 13">
            <a:extLst>
              <a:ext uri="{FF2B5EF4-FFF2-40B4-BE49-F238E27FC236}">
                <a16:creationId xmlns:a16="http://schemas.microsoft.com/office/drawing/2014/main" id="{3D4988FE-28EF-496A-9A1D-781730540B97}"/>
              </a:ext>
            </a:extLst>
          </p:cNvPr>
          <p:cNvSpPr>
            <a:spLocks noGrp="1" noChangeArrowheads="1"/>
          </p:cNvSpPr>
          <p:nvPr>
            <p:ph type="sldNum" sz="quarter" idx="12"/>
          </p:nvPr>
        </p:nvSpPr>
        <p:spPr>
          <a:xfrm>
            <a:off x="6781800" y="6324600"/>
            <a:ext cx="1905000" cy="457200"/>
          </a:xfrm>
          <a:prstGeom prst="rect">
            <a:avLst/>
          </a:prstGeom>
        </p:spPr>
        <p:txBody>
          <a:bodyPr vert="horz" wrap="square" lIns="91440" tIns="45720" rIns="91440" bIns="45720" numCol="1" anchor="t" anchorCtr="0" compatLnSpc="1">
            <a:prstTxWarp prst="textNoShape">
              <a:avLst/>
            </a:prstTxWarp>
          </a:bodyPr>
          <a:lstStyle>
            <a:lvl1pPr eaLnBrk="1" hangingPunct="1">
              <a:defRPr/>
            </a:lvl1pPr>
          </a:lstStyle>
          <a:p>
            <a:pPr>
              <a:defRPr/>
            </a:pPr>
            <a:fld id="{6CBD0EF1-8588-40FB-8943-0D4B18A81BD5}" type="slidenum">
              <a:rPr lang="en-US" altLang="en-US"/>
              <a:pPr>
                <a:defRPr/>
              </a:pPr>
              <a:t>‹#›</a:t>
            </a:fld>
            <a:endParaRPr lang="en-US" altLang="en-US"/>
          </a:p>
        </p:txBody>
      </p:sp>
    </p:spTree>
    <p:extLst>
      <p:ext uri="{BB962C8B-B14F-4D97-AF65-F5344CB8AC3E}">
        <p14:creationId xmlns:p14="http://schemas.microsoft.com/office/powerpoint/2010/main" val="231369367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4" name="Group 2">
            <a:extLst>
              <a:ext uri="{FF2B5EF4-FFF2-40B4-BE49-F238E27FC236}">
                <a16:creationId xmlns:a16="http://schemas.microsoft.com/office/drawing/2014/main" id="{4CE40BBD-6427-47C8-BECF-B2375DACA6E6}"/>
              </a:ext>
            </a:extLst>
          </p:cNvPr>
          <p:cNvGrpSpPr>
            <a:grpSpLocks/>
          </p:cNvGrpSpPr>
          <p:nvPr/>
        </p:nvGrpSpPr>
        <p:grpSpPr bwMode="auto">
          <a:xfrm>
            <a:off x="0" y="2438400"/>
            <a:ext cx="9009063" cy="1052513"/>
            <a:chOff x="0" y="1536"/>
            <a:chExt cx="5675" cy="663"/>
          </a:xfrm>
        </p:grpSpPr>
        <p:grpSp>
          <p:nvGrpSpPr>
            <p:cNvPr id="5" name="Group 3">
              <a:extLst>
                <a:ext uri="{FF2B5EF4-FFF2-40B4-BE49-F238E27FC236}">
                  <a16:creationId xmlns:a16="http://schemas.microsoft.com/office/drawing/2014/main" id="{C2B5BE5A-7BA5-43B1-9184-3478346ADB76}"/>
                </a:ext>
              </a:extLst>
            </p:cNvPr>
            <p:cNvGrpSpPr>
              <a:grpSpLocks/>
            </p:cNvGrpSpPr>
            <p:nvPr/>
          </p:nvGrpSpPr>
          <p:grpSpPr bwMode="auto">
            <a:xfrm>
              <a:off x="183" y="1604"/>
              <a:ext cx="448" cy="299"/>
              <a:chOff x="720" y="336"/>
              <a:chExt cx="624" cy="432"/>
            </a:xfrm>
          </p:grpSpPr>
          <p:sp>
            <p:nvSpPr>
              <p:cNvPr id="12" name="Rectangle 4">
                <a:extLst>
                  <a:ext uri="{FF2B5EF4-FFF2-40B4-BE49-F238E27FC236}">
                    <a16:creationId xmlns:a16="http://schemas.microsoft.com/office/drawing/2014/main" id="{50DEFDB4-06F6-4D71-92E2-5740FBCC1CE7}"/>
                  </a:ext>
                </a:extLst>
              </p:cNvPr>
              <p:cNvSpPr>
                <a:spLocks noChangeArrowheads="1"/>
              </p:cNvSpPr>
              <p:nvPr/>
            </p:nvSpPr>
            <p:spPr bwMode="auto">
              <a:xfrm>
                <a:off x="720" y="336"/>
                <a:ext cx="384" cy="432"/>
              </a:xfrm>
              <a:prstGeom prst="rect">
                <a:avLst/>
              </a:prstGeom>
              <a:solidFill>
                <a:schemeClr val="folHlink"/>
              </a:solidFill>
              <a:ln>
                <a:noFill/>
              </a:ln>
            </p:spPr>
            <p:txBody>
              <a:bodyPr wrap="none"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defRPr/>
                </a:pPr>
                <a:endParaRPr lang="en-US" altLang="en-US">
                  <a:solidFill>
                    <a:srgbClr val="000000"/>
                  </a:solidFill>
                </a:endParaRPr>
              </a:p>
            </p:txBody>
          </p:sp>
          <p:sp>
            <p:nvSpPr>
              <p:cNvPr id="13" name="Rectangle 5">
                <a:extLst>
                  <a:ext uri="{FF2B5EF4-FFF2-40B4-BE49-F238E27FC236}">
                    <a16:creationId xmlns:a16="http://schemas.microsoft.com/office/drawing/2014/main" id="{7C0481A1-C4D1-431D-B45B-FEBD293E3E56}"/>
                  </a:ext>
                </a:extLst>
              </p:cNvPr>
              <p:cNvSpPr>
                <a:spLocks noChangeArrowheads="1"/>
              </p:cNvSpPr>
              <p:nvPr/>
            </p:nvSpPr>
            <p:spPr bwMode="auto">
              <a:xfrm>
                <a:off x="1056" y="336"/>
                <a:ext cx="288" cy="432"/>
              </a:xfrm>
              <a:prstGeom prst="rect">
                <a:avLst/>
              </a:prstGeom>
              <a:gradFill rotWithShape="0">
                <a:gsLst>
                  <a:gs pos="0">
                    <a:schemeClr val="folHlink"/>
                  </a:gs>
                  <a:gs pos="100000">
                    <a:schemeClr val="bg1"/>
                  </a:gs>
                </a:gsLst>
                <a:lin ang="0" scaled="1"/>
              </a:gradFill>
              <a:ln>
                <a:noFill/>
              </a:ln>
            </p:spPr>
            <p:txBody>
              <a:bodyPr wrap="none"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defRPr/>
                </a:pPr>
                <a:endParaRPr lang="en-US" altLang="en-US">
                  <a:solidFill>
                    <a:srgbClr val="000000"/>
                  </a:solidFill>
                </a:endParaRPr>
              </a:p>
            </p:txBody>
          </p:sp>
        </p:grpSp>
        <p:grpSp>
          <p:nvGrpSpPr>
            <p:cNvPr id="6" name="Group 6">
              <a:extLst>
                <a:ext uri="{FF2B5EF4-FFF2-40B4-BE49-F238E27FC236}">
                  <a16:creationId xmlns:a16="http://schemas.microsoft.com/office/drawing/2014/main" id="{4DFC3424-9B91-4D68-82CA-65C78E220535}"/>
                </a:ext>
              </a:extLst>
            </p:cNvPr>
            <p:cNvGrpSpPr>
              <a:grpSpLocks/>
            </p:cNvGrpSpPr>
            <p:nvPr/>
          </p:nvGrpSpPr>
          <p:grpSpPr bwMode="auto">
            <a:xfrm>
              <a:off x="261" y="1870"/>
              <a:ext cx="465" cy="299"/>
              <a:chOff x="912" y="2640"/>
              <a:chExt cx="672" cy="432"/>
            </a:xfrm>
          </p:grpSpPr>
          <p:sp>
            <p:nvSpPr>
              <p:cNvPr id="10" name="Rectangle 7">
                <a:extLst>
                  <a:ext uri="{FF2B5EF4-FFF2-40B4-BE49-F238E27FC236}">
                    <a16:creationId xmlns:a16="http://schemas.microsoft.com/office/drawing/2014/main" id="{2F581F19-BB3F-4F9E-BD16-97A8E0E20EB8}"/>
                  </a:ext>
                </a:extLst>
              </p:cNvPr>
              <p:cNvSpPr>
                <a:spLocks noChangeArrowheads="1"/>
              </p:cNvSpPr>
              <p:nvPr/>
            </p:nvSpPr>
            <p:spPr bwMode="auto">
              <a:xfrm>
                <a:off x="912" y="2640"/>
                <a:ext cx="384" cy="432"/>
              </a:xfrm>
              <a:prstGeom prst="rect">
                <a:avLst/>
              </a:prstGeom>
              <a:solidFill>
                <a:schemeClr val="accent2"/>
              </a:solidFill>
              <a:ln>
                <a:noFill/>
              </a:ln>
            </p:spPr>
            <p:txBody>
              <a:bodyPr wrap="none"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defRPr/>
                </a:pPr>
                <a:endParaRPr lang="en-US" altLang="en-US">
                  <a:solidFill>
                    <a:srgbClr val="000000"/>
                  </a:solidFill>
                </a:endParaRPr>
              </a:p>
            </p:txBody>
          </p:sp>
          <p:sp>
            <p:nvSpPr>
              <p:cNvPr id="11" name="Rectangle 8">
                <a:extLst>
                  <a:ext uri="{FF2B5EF4-FFF2-40B4-BE49-F238E27FC236}">
                    <a16:creationId xmlns:a16="http://schemas.microsoft.com/office/drawing/2014/main" id="{930A6698-C9E1-4541-BB01-67C78D0289B0}"/>
                  </a:ext>
                </a:extLst>
              </p:cNvPr>
              <p:cNvSpPr>
                <a:spLocks noChangeArrowheads="1"/>
              </p:cNvSpPr>
              <p:nvPr/>
            </p:nvSpPr>
            <p:spPr bwMode="auto">
              <a:xfrm>
                <a:off x="1249" y="2640"/>
                <a:ext cx="335" cy="432"/>
              </a:xfrm>
              <a:prstGeom prst="rect">
                <a:avLst/>
              </a:prstGeom>
              <a:gradFill rotWithShape="0">
                <a:gsLst>
                  <a:gs pos="0">
                    <a:schemeClr val="accent2"/>
                  </a:gs>
                  <a:gs pos="100000">
                    <a:schemeClr val="bg1"/>
                  </a:gs>
                </a:gsLst>
                <a:lin ang="0" scaled="1"/>
              </a:gradFill>
              <a:ln>
                <a:noFill/>
              </a:ln>
            </p:spPr>
            <p:txBody>
              <a:bodyPr wrap="none"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defRPr/>
                </a:pPr>
                <a:endParaRPr lang="en-US" altLang="en-US">
                  <a:solidFill>
                    <a:srgbClr val="000000"/>
                  </a:solidFill>
                </a:endParaRPr>
              </a:p>
            </p:txBody>
          </p:sp>
        </p:grpSp>
        <p:sp>
          <p:nvSpPr>
            <p:cNvPr id="7" name="Rectangle 9">
              <a:extLst>
                <a:ext uri="{FF2B5EF4-FFF2-40B4-BE49-F238E27FC236}">
                  <a16:creationId xmlns:a16="http://schemas.microsoft.com/office/drawing/2014/main" id="{031286AF-EFFD-4E49-8819-E560776E7294}"/>
                </a:ext>
              </a:extLst>
            </p:cNvPr>
            <p:cNvSpPr>
              <a:spLocks noChangeArrowheads="1"/>
            </p:cNvSpPr>
            <p:nvPr/>
          </p:nvSpPr>
          <p:spPr bwMode="auto">
            <a:xfrm>
              <a:off x="0" y="1824"/>
              <a:ext cx="353" cy="266"/>
            </a:xfrm>
            <a:prstGeom prst="rect">
              <a:avLst/>
            </a:prstGeom>
            <a:gradFill rotWithShape="0">
              <a:gsLst>
                <a:gs pos="0">
                  <a:schemeClr val="bg1"/>
                </a:gs>
                <a:gs pos="100000">
                  <a:schemeClr val="hlink"/>
                </a:gs>
              </a:gsLst>
              <a:lin ang="18900000" scaled="1"/>
            </a:gradFill>
            <a:ln>
              <a:noFill/>
            </a:ln>
          </p:spPr>
          <p:txBody>
            <a:bodyPr wrap="none"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defRPr/>
              </a:pPr>
              <a:endParaRPr lang="en-US" altLang="en-US">
                <a:solidFill>
                  <a:srgbClr val="000000"/>
                </a:solidFill>
              </a:endParaRPr>
            </a:p>
          </p:txBody>
        </p:sp>
        <p:sp>
          <p:nvSpPr>
            <p:cNvPr id="8" name="Rectangle 10">
              <a:extLst>
                <a:ext uri="{FF2B5EF4-FFF2-40B4-BE49-F238E27FC236}">
                  <a16:creationId xmlns:a16="http://schemas.microsoft.com/office/drawing/2014/main" id="{880A6E02-62B8-444B-BA02-38209C2BDAB5}"/>
                </a:ext>
              </a:extLst>
            </p:cNvPr>
            <p:cNvSpPr>
              <a:spLocks noChangeArrowheads="1"/>
            </p:cNvSpPr>
            <p:nvPr/>
          </p:nvSpPr>
          <p:spPr bwMode="auto">
            <a:xfrm>
              <a:off x="400" y="1536"/>
              <a:ext cx="20" cy="663"/>
            </a:xfrm>
            <a:prstGeom prst="rect">
              <a:avLst/>
            </a:prstGeom>
            <a:solidFill>
              <a:schemeClr val="bg2"/>
            </a:solidFill>
            <a:ln>
              <a:noFill/>
            </a:ln>
          </p:spPr>
          <p:txBody>
            <a:bodyPr wrap="none"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defRPr/>
              </a:pPr>
              <a:endParaRPr lang="en-US" altLang="en-US">
                <a:solidFill>
                  <a:srgbClr val="000000"/>
                </a:solidFill>
              </a:endParaRPr>
            </a:p>
          </p:txBody>
        </p:sp>
        <p:sp>
          <p:nvSpPr>
            <p:cNvPr id="9" name="Rectangle 11">
              <a:extLst>
                <a:ext uri="{FF2B5EF4-FFF2-40B4-BE49-F238E27FC236}">
                  <a16:creationId xmlns:a16="http://schemas.microsoft.com/office/drawing/2014/main" id="{8EC79549-41EA-4B9C-AAB2-CF61499E6B40}"/>
                </a:ext>
              </a:extLst>
            </p:cNvPr>
            <p:cNvSpPr>
              <a:spLocks noChangeArrowheads="1"/>
            </p:cNvSpPr>
            <p:nvPr/>
          </p:nvSpPr>
          <p:spPr bwMode="auto">
            <a:xfrm flipV="1">
              <a:off x="199" y="2054"/>
              <a:ext cx="5476" cy="35"/>
            </a:xfrm>
            <a:prstGeom prst="rect">
              <a:avLst/>
            </a:prstGeom>
            <a:gradFill rotWithShape="0">
              <a:gsLst>
                <a:gs pos="0">
                  <a:schemeClr val="bg2"/>
                </a:gs>
                <a:gs pos="100000">
                  <a:schemeClr val="bg1"/>
                </a:gs>
              </a:gsLst>
              <a:lin ang="0" scaled="1"/>
            </a:gradFill>
            <a:ln>
              <a:noFill/>
            </a:ln>
          </p:spPr>
          <p:txBody>
            <a:bodyPr wrap="none"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defRPr/>
              </a:pPr>
              <a:endParaRPr lang="en-US" altLang="en-US">
                <a:solidFill>
                  <a:srgbClr val="000000"/>
                </a:solidFill>
              </a:endParaRPr>
            </a:p>
          </p:txBody>
        </p:sp>
      </p:grpSp>
      <p:sp>
        <p:nvSpPr>
          <p:cNvPr id="25612" name="Rectangle 12"/>
          <p:cNvSpPr>
            <a:spLocks noGrp="1" noChangeArrowheads="1"/>
          </p:cNvSpPr>
          <p:nvPr>
            <p:ph type="ctrTitle"/>
          </p:nvPr>
        </p:nvSpPr>
        <p:spPr>
          <a:xfrm>
            <a:off x="990600" y="1828800"/>
            <a:ext cx="7772400" cy="1143000"/>
          </a:xfrm>
        </p:spPr>
        <p:txBody>
          <a:bodyPr/>
          <a:lstStyle>
            <a:lvl1pPr>
              <a:defRPr/>
            </a:lvl1pPr>
          </a:lstStyle>
          <a:p>
            <a:pPr lvl="0"/>
            <a:r>
              <a:rPr lang="en-US" noProof="0"/>
              <a:t>Click to edit Master title style</a:t>
            </a:r>
          </a:p>
        </p:txBody>
      </p:sp>
      <p:sp>
        <p:nvSpPr>
          <p:cNvPr id="25613" name="Rectangle 13"/>
          <p:cNvSpPr>
            <a:spLocks noGrp="1" noChangeArrowheads="1"/>
          </p:cNvSpPr>
          <p:nvPr>
            <p:ph type="subTitle" idx="1"/>
          </p:nvPr>
        </p:nvSpPr>
        <p:spPr>
          <a:xfrm>
            <a:off x="1371600" y="3886200"/>
            <a:ext cx="6400800" cy="1752600"/>
          </a:xfrm>
        </p:spPr>
        <p:txBody>
          <a:bodyPr/>
          <a:lstStyle>
            <a:lvl1pPr marL="0" indent="0" algn="ctr">
              <a:buFont typeface="Wingdings" pitchFamily="2" charset="2"/>
              <a:buNone/>
              <a:defRPr/>
            </a:lvl1pPr>
          </a:lstStyle>
          <a:p>
            <a:pPr lvl="0"/>
            <a:r>
              <a:rPr lang="en-US" noProof="0"/>
              <a:t>Click to edit Master subtitle style</a:t>
            </a:r>
          </a:p>
        </p:txBody>
      </p:sp>
      <p:sp>
        <p:nvSpPr>
          <p:cNvPr id="14" name="Rectangle 14">
            <a:extLst>
              <a:ext uri="{FF2B5EF4-FFF2-40B4-BE49-F238E27FC236}">
                <a16:creationId xmlns:a16="http://schemas.microsoft.com/office/drawing/2014/main" id="{4B9491C9-63E2-4DBE-AF93-69FC03ED3534}"/>
              </a:ext>
            </a:extLst>
          </p:cNvPr>
          <p:cNvSpPr>
            <a:spLocks noGrp="1" noChangeArrowheads="1"/>
          </p:cNvSpPr>
          <p:nvPr>
            <p:ph type="dt" sz="half" idx="10"/>
          </p:nvPr>
        </p:nvSpPr>
        <p:spPr>
          <a:xfrm>
            <a:off x="990600" y="6248400"/>
            <a:ext cx="1905000" cy="457200"/>
          </a:xfrm>
        </p:spPr>
        <p:txBody>
          <a:bodyPr/>
          <a:lstStyle>
            <a:lvl1pPr>
              <a:defRPr>
                <a:solidFill>
                  <a:srgbClr val="1C1C1C"/>
                </a:solidFill>
              </a:defRPr>
            </a:lvl1pPr>
          </a:lstStyle>
          <a:p>
            <a:pPr>
              <a:defRPr/>
            </a:pPr>
            <a:endParaRPr lang="en-US"/>
          </a:p>
        </p:txBody>
      </p:sp>
      <p:sp>
        <p:nvSpPr>
          <p:cNvPr id="15" name="Rectangle 15">
            <a:extLst>
              <a:ext uri="{FF2B5EF4-FFF2-40B4-BE49-F238E27FC236}">
                <a16:creationId xmlns:a16="http://schemas.microsoft.com/office/drawing/2014/main" id="{F9529577-9090-4121-9DA4-31D377E4153C}"/>
              </a:ext>
            </a:extLst>
          </p:cNvPr>
          <p:cNvSpPr>
            <a:spLocks noGrp="1" noChangeArrowheads="1"/>
          </p:cNvSpPr>
          <p:nvPr>
            <p:ph type="ftr" sz="quarter" idx="11"/>
          </p:nvPr>
        </p:nvSpPr>
        <p:spPr>
          <a:xfrm>
            <a:off x="3429000" y="6248400"/>
            <a:ext cx="2895600" cy="457200"/>
          </a:xfrm>
        </p:spPr>
        <p:txBody>
          <a:bodyPr/>
          <a:lstStyle>
            <a:lvl1pPr>
              <a:defRPr>
                <a:solidFill>
                  <a:srgbClr val="1C1C1C"/>
                </a:solidFill>
              </a:defRPr>
            </a:lvl1pPr>
          </a:lstStyle>
          <a:p>
            <a:pPr>
              <a:defRPr/>
            </a:pPr>
            <a:endParaRPr lang="en-US"/>
          </a:p>
        </p:txBody>
      </p:sp>
      <p:sp>
        <p:nvSpPr>
          <p:cNvPr id="16" name="Rectangle 16">
            <a:extLst>
              <a:ext uri="{FF2B5EF4-FFF2-40B4-BE49-F238E27FC236}">
                <a16:creationId xmlns:a16="http://schemas.microsoft.com/office/drawing/2014/main" id="{AD0B52B9-542C-4662-9838-DD322C676A91}"/>
              </a:ext>
            </a:extLst>
          </p:cNvPr>
          <p:cNvSpPr>
            <a:spLocks noGrp="1" noChangeArrowheads="1"/>
          </p:cNvSpPr>
          <p:nvPr>
            <p:ph type="sldNum" sz="quarter" idx="12"/>
          </p:nvPr>
        </p:nvSpPr>
        <p:spPr>
          <a:xfrm>
            <a:off x="6858000" y="6248400"/>
            <a:ext cx="1905000" cy="457200"/>
          </a:xfrm>
        </p:spPr>
        <p:txBody>
          <a:bodyPr/>
          <a:lstStyle>
            <a:lvl1pPr>
              <a:defRPr>
                <a:solidFill>
                  <a:srgbClr val="1C1C1C"/>
                </a:solidFill>
              </a:defRPr>
            </a:lvl1pPr>
          </a:lstStyle>
          <a:p>
            <a:pPr>
              <a:defRPr/>
            </a:pPr>
            <a:fld id="{6AB9B022-1F12-4492-BBCF-5F5DAAD86C1B}" type="slidenum">
              <a:rPr lang="en-US" altLang="en-US"/>
              <a:pPr>
                <a:defRPr/>
              </a:pPr>
              <a:t>‹#›</a:t>
            </a:fld>
            <a:endParaRPr lang="en-US" altLang="en-US"/>
          </a:p>
        </p:txBody>
      </p:sp>
    </p:spTree>
    <p:extLst>
      <p:ext uri="{BB962C8B-B14F-4D97-AF65-F5344CB8AC3E}">
        <p14:creationId xmlns:p14="http://schemas.microsoft.com/office/powerpoint/2010/main" val="6996327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Rectangle 11">
            <a:extLst>
              <a:ext uri="{FF2B5EF4-FFF2-40B4-BE49-F238E27FC236}">
                <a16:creationId xmlns:a16="http://schemas.microsoft.com/office/drawing/2014/main" id="{470336B7-7818-4574-B4E3-58D111CBD2AF}"/>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12">
            <a:extLst>
              <a:ext uri="{FF2B5EF4-FFF2-40B4-BE49-F238E27FC236}">
                <a16:creationId xmlns:a16="http://schemas.microsoft.com/office/drawing/2014/main" id="{F88CF639-B3B0-440E-8771-B356B6A4B7B7}"/>
              </a:ext>
            </a:extLst>
          </p:cNvPr>
          <p:cNvSpPr>
            <a:spLocks noGrp="1" noChangeArrowheads="1"/>
          </p:cNvSpPr>
          <p:nvPr>
            <p:ph type="ftr" sz="quarter" idx="11"/>
          </p:nvPr>
        </p:nvSpPr>
        <p:spPr>
          <a:ln/>
        </p:spPr>
        <p:txBody>
          <a:bodyPr/>
          <a:lstStyle>
            <a:lvl1pPr>
              <a:defRPr/>
            </a:lvl1pPr>
          </a:lstStyle>
          <a:p>
            <a:pPr>
              <a:defRPr/>
            </a:pPr>
            <a:endParaRPr lang="en-US"/>
          </a:p>
        </p:txBody>
      </p:sp>
      <p:sp>
        <p:nvSpPr>
          <p:cNvPr id="6" name="Rectangle 13">
            <a:extLst>
              <a:ext uri="{FF2B5EF4-FFF2-40B4-BE49-F238E27FC236}">
                <a16:creationId xmlns:a16="http://schemas.microsoft.com/office/drawing/2014/main" id="{556C3919-3AF1-453A-B17F-9D815B341393}"/>
              </a:ext>
            </a:extLst>
          </p:cNvPr>
          <p:cNvSpPr>
            <a:spLocks noGrp="1" noChangeArrowheads="1"/>
          </p:cNvSpPr>
          <p:nvPr>
            <p:ph type="sldNum" sz="quarter" idx="12"/>
          </p:nvPr>
        </p:nvSpPr>
        <p:spPr>
          <a:ln/>
        </p:spPr>
        <p:txBody>
          <a:bodyPr/>
          <a:lstStyle>
            <a:lvl1pPr>
              <a:defRPr/>
            </a:lvl1pPr>
          </a:lstStyle>
          <a:p>
            <a:pPr>
              <a:defRPr/>
            </a:pPr>
            <a:fld id="{A5DF2E5D-AAEE-4B27-9965-0FD61E7DA928}" type="slidenum">
              <a:rPr lang="en-US" altLang="en-US"/>
              <a:pPr>
                <a:defRPr/>
              </a:pPr>
              <a:t>‹#›</a:t>
            </a:fld>
            <a:endParaRPr lang="en-US" altLang="en-US"/>
          </a:p>
        </p:txBody>
      </p:sp>
    </p:spTree>
    <p:extLst>
      <p:ext uri="{BB962C8B-B14F-4D97-AF65-F5344CB8AC3E}">
        <p14:creationId xmlns:p14="http://schemas.microsoft.com/office/powerpoint/2010/main" val="13818538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endParaRPr lang="en-GB"/>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11">
            <a:extLst>
              <a:ext uri="{FF2B5EF4-FFF2-40B4-BE49-F238E27FC236}">
                <a16:creationId xmlns:a16="http://schemas.microsoft.com/office/drawing/2014/main" id="{0DB5B7EA-A501-4947-BD3E-13C2BD0BBFFF}"/>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12">
            <a:extLst>
              <a:ext uri="{FF2B5EF4-FFF2-40B4-BE49-F238E27FC236}">
                <a16:creationId xmlns:a16="http://schemas.microsoft.com/office/drawing/2014/main" id="{E08C5AFA-D340-40CE-A27E-9434E5E11A6A}"/>
              </a:ext>
            </a:extLst>
          </p:cNvPr>
          <p:cNvSpPr>
            <a:spLocks noGrp="1" noChangeArrowheads="1"/>
          </p:cNvSpPr>
          <p:nvPr>
            <p:ph type="ftr" sz="quarter" idx="11"/>
          </p:nvPr>
        </p:nvSpPr>
        <p:spPr>
          <a:ln/>
        </p:spPr>
        <p:txBody>
          <a:bodyPr/>
          <a:lstStyle>
            <a:lvl1pPr>
              <a:defRPr/>
            </a:lvl1pPr>
          </a:lstStyle>
          <a:p>
            <a:pPr>
              <a:defRPr/>
            </a:pPr>
            <a:endParaRPr lang="en-US"/>
          </a:p>
        </p:txBody>
      </p:sp>
      <p:sp>
        <p:nvSpPr>
          <p:cNvPr id="6" name="Rectangle 13">
            <a:extLst>
              <a:ext uri="{FF2B5EF4-FFF2-40B4-BE49-F238E27FC236}">
                <a16:creationId xmlns:a16="http://schemas.microsoft.com/office/drawing/2014/main" id="{766F38A9-0B7F-411E-9B5F-A5AB1F4914C1}"/>
              </a:ext>
            </a:extLst>
          </p:cNvPr>
          <p:cNvSpPr>
            <a:spLocks noGrp="1" noChangeArrowheads="1"/>
          </p:cNvSpPr>
          <p:nvPr>
            <p:ph type="sldNum" sz="quarter" idx="12"/>
          </p:nvPr>
        </p:nvSpPr>
        <p:spPr>
          <a:ln/>
        </p:spPr>
        <p:txBody>
          <a:bodyPr/>
          <a:lstStyle>
            <a:lvl1pPr>
              <a:defRPr/>
            </a:lvl1pPr>
          </a:lstStyle>
          <a:p>
            <a:pPr>
              <a:defRPr/>
            </a:pPr>
            <a:fld id="{E5A222FF-3865-4A28-A7D0-2D8F6AB1E947}" type="slidenum">
              <a:rPr lang="en-US" altLang="en-US"/>
              <a:pPr>
                <a:defRPr/>
              </a:pPr>
              <a:t>‹#›</a:t>
            </a:fld>
            <a:endParaRPr lang="en-US" altLang="en-US"/>
          </a:p>
        </p:txBody>
      </p:sp>
    </p:spTree>
    <p:extLst>
      <p:ext uri="{BB962C8B-B14F-4D97-AF65-F5344CB8AC3E}">
        <p14:creationId xmlns:p14="http://schemas.microsoft.com/office/powerpoint/2010/main" val="197528495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sz="half" idx="1"/>
          </p:nvPr>
        </p:nvSpPr>
        <p:spPr>
          <a:xfrm>
            <a:off x="1182688" y="1628775"/>
            <a:ext cx="3810000" cy="450373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p:cNvSpPr>
            <a:spLocks noGrp="1"/>
          </p:cNvSpPr>
          <p:nvPr>
            <p:ph sz="half" idx="2"/>
          </p:nvPr>
        </p:nvSpPr>
        <p:spPr>
          <a:xfrm>
            <a:off x="5145088" y="1628775"/>
            <a:ext cx="3810000" cy="450373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Rectangle 11">
            <a:extLst>
              <a:ext uri="{FF2B5EF4-FFF2-40B4-BE49-F238E27FC236}">
                <a16:creationId xmlns:a16="http://schemas.microsoft.com/office/drawing/2014/main" id="{68464C2B-C30A-4F2E-9092-F6DAE35A041B}"/>
              </a:ext>
            </a:extLst>
          </p:cNvPr>
          <p:cNvSpPr>
            <a:spLocks noGrp="1" noChangeArrowheads="1"/>
          </p:cNvSpPr>
          <p:nvPr>
            <p:ph type="dt" sz="half" idx="10"/>
          </p:nvPr>
        </p:nvSpPr>
        <p:spPr>
          <a:ln/>
        </p:spPr>
        <p:txBody>
          <a:bodyPr/>
          <a:lstStyle>
            <a:lvl1pPr>
              <a:defRPr/>
            </a:lvl1pPr>
          </a:lstStyle>
          <a:p>
            <a:pPr>
              <a:defRPr/>
            </a:pPr>
            <a:endParaRPr lang="en-US"/>
          </a:p>
        </p:txBody>
      </p:sp>
      <p:sp>
        <p:nvSpPr>
          <p:cNvPr id="6" name="Rectangle 12">
            <a:extLst>
              <a:ext uri="{FF2B5EF4-FFF2-40B4-BE49-F238E27FC236}">
                <a16:creationId xmlns:a16="http://schemas.microsoft.com/office/drawing/2014/main" id="{88E35A69-9E7C-4E65-A087-26F031BCDAD0}"/>
              </a:ext>
            </a:extLst>
          </p:cNvPr>
          <p:cNvSpPr>
            <a:spLocks noGrp="1" noChangeArrowheads="1"/>
          </p:cNvSpPr>
          <p:nvPr>
            <p:ph type="ftr" sz="quarter" idx="11"/>
          </p:nvPr>
        </p:nvSpPr>
        <p:spPr>
          <a:ln/>
        </p:spPr>
        <p:txBody>
          <a:bodyPr/>
          <a:lstStyle>
            <a:lvl1pPr>
              <a:defRPr/>
            </a:lvl1pPr>
          </a:lstStyle>
          <a:p>
            <a:pPr>
              <a:defRPr/>
            </a:pPr>
            <a:endParaRPr lang="en-US"/>
          </a:p>
        </p:txBody>
      </p:sp>
      <p:sp>
        <p:nvSpPr>
          <p:cNvPr id="7" name="Rectangle 13">
            <a:extLst>
              <a:ext uri="{FF2B5EF4-FFF2-40B4-BE49-F238E27FC236}">
                <a16:creationId xmlns:a16="http://schemas.microsoft.com/office/drawing/2014/main" id="{C9948DC6-C07C-41F1-A959-CF8FDAFD83B1}"/>
              </a:ext>
            </a:extLst>
          </p:cNvPr>
          <p:cNvSpPr>
            <a:spLocks noGrp="1" noChangeArrowheads="1"/>
          </p:cNvSpPr>
          <p:nvPr>
            <p:ph type="sldNum" sz="quarter" idx="12"/>
          </p:nvPr>
        </p:nvSpPr>
        <p:spPr>
          <a:ln/>
        </p:spPr>
        <p:txBody>
          <a:bodyPr/>
          <a:lstStyle>
            <a:lvl1pPr>
              <a:defRPr/>
            </a:lvl1pPr>
          </a:lstStyle>
          <a:p>
            <a:pPr>
              <a:defRPr/>
            </a:pPr>
            <a:fld id="{687C70DF-26E3-4344-B855-8F13A39D196C}" type="slidenum">
              <a:rPr lang="en-US" altLang="en-US"/>
              <a:pPr>
                <a:defRPr/>
              </a:pPr>
              <a:t>‹#›</a:t>
            </a:fld>
            <a:endParaRPr lang="en-US" altLang="en-US"/>
          </a:p>
        </p:txBody>
      </p:sp>
    </p:spTree>
    <p:extLst>
      <p:ext uri="{BB962C8B-B14F-4D97-AF65-F5344CB8AC3E}">
        <p14:creationId xmlns:p14="http://schemas.microsoft.com/office/powerpoint/2010/main" val="148611249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endParaRPr lang="en-GB"/>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Rectangle 11">
            <a:extLst>
              <a:ext uri="{FF2B5EF4-FFF2-40B4-BE49-F238E27FC236}">
                <a16:creationId xmlns:a16="http://schemas.microsoft.com/office/drawing/2014/main" id="{E9869A8A-E22E-4CB3-9E5A-356D75CE884C}"/>
              </a:ext>
            </a:extLst>
          </p:cNvPr>
          <p:cNvSpPr>
            <a:spLocks noGrp="1" noChangeArrowheads="1"/>
          </p:cNvSpPr>
          <p:nvPr>
            <p:ph type="dt" sz="half" idx="10"/>
          </p:nvPr>
        </p:nvSpPr>
        <p:spPr>
          <a:ln/>
        </p:spPr>
        <p:txBody>
          <a:bodyPr/>
          <a:lstStyle>
            <a:lvl1pPr>
              <a:defRPr/>
            </a:lvl1pPr>
          </a:lstStyle>
          <a:p>
            <a:pPr>
              <a:defRPr/>
            </a:pPr>
            <a:endParaRPr lang="en-US"/>
          </a:p>
        </p:txBody>
      </p:sp>
      <p:sp>
        <p:nvSpPr>
          <p:cNvPr id="8" name="Rectangle 12">
            <a:extLst>
              <a:ext uri="{FF2B5EF4-FFF2-40B4-BE49-F238E27FC236}">
                <a16:creationId xmlns:a16="http://schemas.microsoft.com/office/drawing/2014/main" id="{DB3779CD-02DD-471D-B84E-B6A19183B1DE}"/>
              </a:ext>
            </a:extLst>
          </p:cNvPr>
          <p:cNvSpPr>
            <a:spLocks noGrp="1" noChangeArrowheads="1"/>
          </p:cNvSpPr>
          <p:nvPr>
            <p:ph type="ftr" sz="quarter" idx="11"/>
          </p:nvPr>
        </p:nvSpPr>
        <p:spPr>
          <a:ln/>
        </p:spPr>
        <p:txBody>
          <a:bodyPr/>
          <a:lstStyle>
            <a:lvl1pPr>
              <a:defRPr/>
            </a:lvl1pPr>
          </a:lstStyle>
          <a:p>
            <a:pPr>
              <a:defRPr/>
            </a:pPr>
            <a:endParaRPr lang="en-US"/>
          </a:p>
        </p:txBody>
      </p:sp>
      <p:sp>
        <p:nvSpPr>
          <p:cNvPr id="9" name="Rectangle 13">
            <a:extLst>
              <a:ext uri="{FF2B5EF4-FFF2-40B4-BE49-F238E27FC236}">
                <a16:creationId xmlns:a16="http://schemas.microsoft.com/office/drawing/2014/main" id="{B3B952ED-F41F-4245-8296-CF239D8D17CA}"/>
              </a:ext>
            </a:extLst>
          </p:cNvPr>
          <p:cNvSpPr>
            <a:spLocks noGrp="1" noChangeArrowheads="1"/>
          </p:cNvSpPr>
          <p:nvPr>
            <p:ph type="sldNum" sz="quarter" idx="12"/>
          </p:nvPr>
        </p:nvSpPr>
        <p:spPr>
          <a:ln/>
        </p:spPr>
        <p:txBody>
          <a:bodyPr/>
          <a:lstStyle>
            <a:lvl1pPr>
              <a:defRPr/>
            </a:lvl1pPr>
          </a:lstStyle>
          <a:p>
            <a:pPr>
              <a:defRPr/>
            </a:pPr>
            <a:fld id="{DE55DE4D-2E87-41AB-B139-7834F5AF6FAA}" type="slidenum">
              <a:rPr lang="en-US" altLang="en-US"/>
              <a:pPr>
                <a:defRPr/>
              </a:pPr>
              <a:t>‹#›</a:t>
            </a:fld>
            <a:endParaRPr lang="en-US" altLang="en-US"/>
          </a:p>
        </p:txBody>
      </p:sp>
    </p:spTree>
    <p:extLst>
      <p:ext uri="{BB962C8B-B14F-4D97-AF65-F5344CB8AC3E}">
        <p14:creationId xmlns:p14="http://schemas.microsoft.com/office/powerpoint/2010/main" val="41357618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Rectangle 11">
            <a:extLst>
              <a:ext uri="{FF2B5EF4-FFF2-40B4-BE49-F238E27FC236}">
                <a16:creationId xmlns:a16="http://schemas.microsoft.com/office/drawing/2014/main" id="{B2BCABF2-C502-4FC5-9D40-040BC56C8048}"/>
              </a:ext>
            </a:extLst>
          </p:cNvPr>
          <p:cNvSpPr>
            <a:spLocks noGrp="1" noChangeArrowheads="1"/>
          </p:cNvSpPr>
          <p:nvPr>
            <p:ph type="dt" sz="half" idx="10"/>
          </p:nvPr>
        </p:nvSpPr>
        <p:spPr>
          <a:ln/>
        </p:spPr>
        <p:txBody>
          <a:bodyPr/>
          <a:lstStyle>
            <a:lvl1pPr>
              <a:defRPr/>
            </a:lvl1pPr>
          </a:lstStyle>
          <a:p>
            <a:pPr>
              <a:defRPr/>
            </a:pPr>
            <a:endParaRPr lang="en-US"/>
          </a:p>
        </p:txBody>
      </p:sp>
      <p:sp>
        <p:nvSpPr>
          <p:cNvPr id="4" name="Rectangle 12">
            <a:extLst>
              <a:ext uri="{FF2B5EF4-FFF2-40B4-BE49-F238E27FC236}">
                <a16:creationId xmlns:a16="http://schemas.microsoft.com/office/drawing/2014/main" id="{1B6384BA-E865-4CA6-8FEE-082383CC92C0}"/>
              </a:ext>
            </a:extLst>
          </p:cNvPr>
          <p:cNvSpPr>
            <a:spLocks noGrp="1" noChangeArrowheads="1"/>
          </p:cNvSpPr>
          <p:nvPr>
            <p:ph type="ftr" sz="quarter" idx="11"/>
          </p:nvPr>
        </p:nvSpPr>
        <p:spPr>
          <a:ln/>
        </p:spPr>
        <p:txBody>
          <a:bodyPr/>
          <a:lstStyle>
            <a:lvl1pPr>
              <a:defRPr/>
            </a:lvl1pPr>
          </a:lstStyle>
          <a:p>
            <a:pPr>
              <a:defRPr/>
            </a:pPr>
            <a:endParaRPr lang="en-US"/>
          </a:p>
        </p:txBody>
      </p:sp>
      <p:sp>
        <p:nvSpPr>
          <p:cNvPr id="5" name="Rectangle 13">
            <a:extLst>
              <a:ext uri="{FF2B5EF4-FFF2-40B4-BE49-F238E27FC236}">
                <a16:creationId xmlns:a16="http://schemas.microsoft.com/office/drawing/2014/main" id="{11265EA0-1FD1-44D7-A8E5-6242F2F34415}"/>
              </a:ext>
            </a:extLst>
          </p:cNvPr>
          <p:cNvSpPr>
            <a:spLocks noGrp="1" noChangeArrowheads="1"/>
          </p:cNvSpPr>
          <p:nvPr>
            <p:ph type="sldNum" sz="quarter" idx="12"/>
          </p:nvPr>
        </p:nvSpPr>
        <p:spPr>
          <a:ln/>
        </p:spPr>
        <p:txBody>
          <a:bodyPr/>
          <a:lstStyle>
            <a:lvl1pPr>
              <a:defRPr/>
            </a:lvl1pPr>
          </a:lstStyle>
          <a:p>
            <a:pPr>
              <a:defRPr/>
            </a:pPr>
            <a:fld id="{A6EBAE0D-FC6F-491B-AABF-097F619DBF6F}" type="slidenum">
              <a:rPr lang="en-US" altLang="en-US"/>
              <a:pPr>
                <a:defRPr/>
              </a:pPr>
              <a:t>‹#›</a:t>
            </a:fld>
            <a:endParaRPr lang="en-US" altLang="en-US"/>
          </a:p>
        </p:txBody>
      </p:sp>
    </p:spTree>
    <p:extLst>
      <p:ext uri="{BB962C8B-B14F-4D97-AF65-F5344CB8AC3E}">
        <p14:creationId xmlns:p14="http://schemas.microsoft.com/office/powerpoint/2010/main" val="1291490242"/>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11">
            <a:extLst>
              <a:ext uri="{FF2B5EF4-FFF2-40B4-BE49-F238E27FC236}">
                <a16:creationId xmlns:a16="http://schemas.microsoft.com/office/drawing/2014/main" id="{A8A23D2B-6FFC-40FF-9ADD-FB408990FAA9}"/>
              </a:ext>
            </a:extLst>
          </p:cNvPr>
          <p:cNvSpPr>
            <a:spLocks noGrp="1" noChangeArrowheads="1"/>
          </p:cNvSpPr>
          <p:nvPr>
            <p:ph type="dt" sz="half" idx="10"/>
          </p:nvPr>
        </p:nvSpPr>
        <p:spPr>
          <a:ln/>
        </p:spPr>
        <p:txBody>
          <a:bodyPr/>
          <a:lstStyle>
            <a:lvl1pPr>
              <a:defRPr/>
            </a:lvl1pPr>
          </a:lstStyle>
          <a:p>
            <a:pPr>
              <a:defRPr/>
            </a:pPr>
            <a:endParaRPr lang="en-US"/>
          </a:p>
        </p:txBody>
      </p:sp>
      <p:sp>
        <p:nvSpPr>
          <p:cNvPr id="3" name="Rectangle 12">
            <a:extLst>
              <a:ext uri="{FF2B5EF4-FFF2-40B4-BE49-F238E27FC236}">
                <a16:creationId xmlns:a16="http://schemas.microsoft.com/office/drawing/2014/main" id="{D4FE1632-53A6-4721-95D7-B4CAD999FAFD}"/>
              </a:ext>
            </a:extLst>
          </p:cNvPr>
          <p:cNvSpPr>
            <a:spLocks noGrp="1" noChangeArrowheads="1"/>
          </p:cNvSpPr>
          <p:nvPr>
            <p:ph type="ftr" sz="quarter" idx="11"/>
          </p:nvPr>
        </p:nvSpPr>
        <p:spPr>
          <a:ln/>
        </p:spPr>
        <p:txBody>
          <a:bodyPr/>
          <a:lstStyle>
            <a:lvl1pPr>
              <a:defRPr/>
            </a:lvl1pPr>
          </a:lstStyle>
          <a:p>
            <a:pPr>
              <a:defRPr/>
            </a:pPr>
            <a:endParaRPr lang="en-US"/>
          </a:p>
        </p:txBody>
      </p:sp>
      <p:sp>
        <p:nvSpPr>
          <p:cNvPr id="4" name="Rectangle 13">
            <a:extLst>
              <a:ext uri="{FF2B5EF4-FFF2-40B4-BE49-F238E27FC236}">
                <a16:creationId xmlns:a16="http://schemas.microsoft.com/office/drawing/2014/main" id="{B7215BDD-9EFA-4243-A844-0FEEB9A9BF4F}"/>
              </a:ext>
            </a:extLst>
          </p:cNvPr>
          <p:cNvSpPr>
            <a:spLocks noGrp="1" noChangeArrowheads="1"/>
          </p:cNvSpPr>
          <p:nvPr>
            <p:ph type="sldNum" sz="quarter" idx="12"/>
          </p:nvPr>
        </p:nvSpPr>
        <p:spPr>
          <a:ln/>
        </p:spPr>
        <p:txBody>
          <a:bodyPr/>
          <a:lstStyle>
            <a:lvl1pPr>
              <a:defRPr/>
            </a:lvl1pPr>
          </a:lstStyle>
          <a:p>
            <a:pPr>
              <a:defRPr/>
            </a:pPr>
            <a:fld id="{9C4FEBBC-B91E-4A97-89F1-3524B3BD4F86}" type="slidenum">
              <a:rPr lang="en-US" altLang="en-US"/>
              <a:pPr>
                <a:defRPr/>
              </a:pPr>
              <a:t>‹#›</a:t>
            </a:fld>
            <a:endParaRPr lang="en-US" altLang="en-US"/>
          </a:p>
        </p:txBody>
      </p:sp>
    </p:spTree>
    <p:extLst>
      <p:ext uri="{BB962C8B-B14F-4D97-AF65-F5344CB8AC3E}">
        <p14:creationId xmlns:p14="http://schemas.microsoft.com/office/powerpoint/2010/main" val="198822053"/>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lstStyle>
            <a:lvl1pPr algn="l">
              <a:defRPr sz="2000" b="1"/>
            </a:lvl1pPr>
          </a:lstStyle>
          <a:p>
            <a:r>
              <a:rPr lang="en-US"/>
              <a:t>Click to edit Master title style</a:t>
            </a:r>
            <a:endParaRPr lang="en-GB"/>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11">
            <a:extLst>
              <a:ext uri="{FF2B5EF4-FFF2-40B4-BE49-F238E27FC236}">
                <a16:creationId xmlns:a16="http://schemas.microsoft.com/office/drawing/2014/main" id="{1253AD25-6DE2-4AEF-916D-C4848052B5C7}"/>
              </a:ext>
            </a:extLst>
          </p:cNvPr>
          <p:cNvSpPr>
            <a:spLocks noGrp="1" noChangeArrowheads="1"/>
          </p:cNvSpPr>
          <p:nvPr>
            <p:ph type="dt" sz="half" idx="10"/>
          </p:nvPr>
        </p:nvSpPr>
        <p:spPr>
          <a:ln/>
        </p:spPr>
        <p:txBody>
          <a:bodyPr/>
          <a:lstStyle>
            <a:lvl1pPr>
              <a:defRPr/>
            </a:lvl1pPr>
          </a:lstStyle>
          <a:p>
            <a:pPr>
              <a:defRPr/>
            </a:pPr>
            <a:endParaRPr lang="en-US"/>
          </a:p>
        </p:txBody>
      </p:sp>
      <p:sp>
        <p:nvSpPr>
          <p:cNvPr id="6" name="Rectangle 12">
            <a:extLst>
              <a:ext uri="{FF2B5EF4-FFF2-40B4-BE49-F238E27FC236}">
                <a16:creationId xmlns:a16="http://schemas.microsoft.com/office/drawing/2014/main" id="{1F1CB958-2E97-4958-B419-543DA2FB043D}"/>
              </a:ext>
            </a:extLst>
          </p:cNvPr>
          <p:cNvSpPr>
            <a:spLocks noGrp="1" noChangeArrowheads="1"/>
          </p:cNvSpPr>
          <p:nvPr>
            <p:ph type="ftr" sz="quarter" idx="11"/>
          </p:nvPr>
        </p:nvSpPr>
        <p:spPr>
          <a:ln/>
        </p:spPr>
        <p:txBody>
          <a:bodyPr/>
          <a:lstStyle>
            <a:lvl1pPr>
              <a:defRPr/>
            </a:lvl1pPr>
          </a:lstStyle>
          <a:p>
            <a:pPr>
              <a:defRPr/>
            </a:pPr>
            <a:endParaRPr lang="en-US"/>
          </a:p>
        </p:txBody>
      </p:sp>
      <p:sp>
        <p:nvSpPr>
          <p:cNvPr id="7" name="Rectangle 13">
            <a:extLst>
              <a:ext uri="{FF2B5EF4-FFF2-40B4-BE49-F238E27FC236}">
                <a16:creationId xmlns:a16="http://schemas.microsoft.com/office/drawing/2014/main" id="{8B4576D3-44A9-4A51-B972-B5BD0C6B96EB}"/>
              </a:ext>
            </a:extLst>
          </p:cNvPr>
          <p:cNvSpPr>
            <a:spLocks noGrp="1" noChangeArrowheads="1"/>
          </p:cNvSpPr>
          <p:nvPr>
            <p:ph type="sldNum" sz="quarter" idx="12"/>
          </p:nvPr>
        </p:nvSpPr>
        <p:spPr>
          <a:ln/>
        </p:spPr>
        <p:txBody>
          <a:bodyPr/>
          <a:lstStyle>
            <a:lvl1pPr>
              <a:defRPr/>
            </a:lvl1pPr>
          </a:lstStyle>
          <a:p>
            <a:pPr>
              <a:defRPr/>
            </a:pPr>
            <a:fld id="{88EF491C-4B18-47D4-A59B-BB3D9353BC61}" type="slidenum">
              <a:rPr lang="en-US" altLang="en-US"/>
              <a:pPr>
                <a:defRPr/>
              </a:pPr>
              <a:t>‹#›</a:t>
            </a:fld>
            <a:endParaRPr lang="en-US" altLang="en-US"/>
          </a:p>
        </p:txBody>
      </p:sp>
    </p:spTree>
    <p:extLst>
      <p:ext uri="{BB962C8B-B14F-4D97-AF65-F5344CB8AC3E}">
        <p14:creationId xmlns:p14="http://schemas.microsoft.com/office/powerpoint/2010/main" val="2425910934"/>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a:t>Click to edit Master title style</a:t>
            </a:r>
            <a:endParaRPr lang="en-GB"/>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GB"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11">
            <a:extLst>
              <a:ext uri="{FF2B5EF4-FFF2-40B4-BE49-F238E27FC236}">
                <a16:creationId xmlns:a16="http://schemas.microsoft.com/office/drawing/2014/main" id="{AEA0DE70-78E9-4A57-B44F-DAD622366598}"/>
              </a:ext>
            </a:extLst>
          </p:cNvPr>
          <p:cNvSpPr>
            <a:spLocks noGrp="1" noChangeArrowheads="1"/>
          </p:cNvSpPr>
          <p:nvPr>
            <p:ph type="dt" sz="half" idx="10"/>
          </p:nvPr>
        </p:nvSpPr>
        <p:spPr>
          <a:ln/>
        </p:spPr>
        <p:txBody>
          <a:bodyPr/>
          <a:lstStyle>
            <a:lvl1pPr>
              <a:defRPr/>
            </a:lvl1pPr>
          </a:lstStyle>
          <a:p>
            <a:pPr>
              <a:defRPr/>
            </a:pPr>
            <a:endParaRPr lang="en-US"/>
          </a:p>
        </p:txBody>
      </p:sp>
      <p:sp>
        <p:nvSpPr>
          <p:cNvPr id="6" name="Rectangle 12">
            <a:extLst>
              <a:ext uri="{FF2B5EF4-FFF2-40B4-BE49-F238E27FC236}">
                <a16:creationId xmlns:a16="http://schemas.microsoft.com/office/drawing/2014/main" id="{2D03C440-FBB3-48F9-A2CC-F22F4B7B9C09}"/>
              </a:ext>
            </a:extLst>
          </p:cNvPr>
          <p:cNvSpPr>
            <a:spLocks noGrp="1" noChangeArrowheads="1"/>
          </p:cNvSpPr>
          <p:nvPr>
            <p:ph type="ftr" sz="quarter" idx="11"/>
          </p:nvPr>
        </p:nvSpPr>
        <p:spPr>
          <a:ln/>
        </p:spPr>
        <p:txBody>
          <a:bodyPr/>
          <a:lstStyle>
            <a:lvl1pPr>
              <a:defRPr/>
            </a:lvl1pPr>
          </a:lstStyle>
          <a:p>
            <a:pPr>
              <a:defRPr/>
            </a:pPr>
            <a:endParaRPr lang="en-US"/>
          </a:p>
        </p:txBody>
      </p:sp>
      <p:sp>
        <p:nvSpPr>
          <p:cNvPr id="7" name="Rectangle 13">
            <a:extLst>
              <a:ext uri="{FF2B5EF4-FFF2-40B4-BE49-F238E27FC236}">
                <a16:creationId xmlns:a16="http://schemas.microsoft.com/office/drawing/2014/main" id="{3DCF29F2-B35A-4230-8942-25A4BBDB0CD6}"/>
              </a:ext>
            </a:extLst>
          </p:cNvPr>
          <p:cNvSpPr>
            <a:spLocks noGrp="1" noChangeArrowheads="1"/>
          </p:cNvSpPr>
          <p:nvPr>
            <p:ph type="sldNum" sz="quarter" idx="12"/>
          </p:nvPr>
        </p:nvSpPr>
        <p:spPr>
          <a:ln/>
        </p:spPr>
        <p:txBody>
          <a:bodyPr/>
          <a:lstStyle>
            <a:lvl1pPr>
              <a:defRPr/>
            </a:lvl1pPr>
          </a:lstStyle>
          <a:p>
            <a:pPr>
              <a:defRPr/>
            </a:pPr>
            <a:fld id="{093A0FCE-36C2-4FCE-A90D-68B5D004A932}" type="slidenum">
              <a:rPr lang="en-US" altLang="en-US"/>
              <a:pPr>
                <a:defRPr/>
              </a:pPr>
              <a:t>‹#›</a:t>
            </a:fld>
            <a:endParaRPr lang="en-US" altLang="en-US"/>
          </a:p>
        </p:txBody>
      </p:sp>
    </p:spTree>
    <p:extLst>
      <p:ext uri="{BB962C8B-B14F-4D97-AF65-F5344CB8AC3E}">
        <p14:creationId xmlns:p14="http://schemas.microsoft.com/office/powerpoint/2010/main" val="3607533025"/>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Rectangle 11">
            <a:extLst>
              <a:ext uri="{FF2B5EF4-FFF2-40B4-BE49-F238E27FC236}">
                <a16:creationId xmlns:a16="http://schemas.microsoft.com/office/drawing/2014/main" id="{012C21D6-09FD-4EFD-A401-98199644D223}"/>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12">
            <a:extLst>
              <a:ext uri="{FF2B5EF4-FFF2-40B4-BE49-F238E27FC236}">
                <a16:creationId xmlns:a16="http://schemas.microsoft.com/office/drawing/2014/main" id="{072BD382-9D00-4F02-A553-1A9E0A221106}"/>
              </a:ext>
            </a:extLst>
          </p:cNvPr>
          <p:cNvSpPr>
            <a:spLocks noGrp="1" noChangeArrowheads="1"/>
          </p:cNvSpPr>
          <p:nvPr>
            <p:ph type="ftr" sz="quarter" idx="11"/>
          </p:nvPr>
        </p:nvSpPr>
        <p:spPr>
          <a:ln/>
        </p:spPr>
        <p:txBody>
          <a:bodyPr/>
          <a:lstStyle>
            <a:lvl1pPr>
              <a:defRPr/>
            </a:lvl1pPr>
          </a:lstStyle>
          <a:p>
            <a:pPr>
              <a:defRPr/>
            </a:pPr>
            <a:endParaRPr lang="en-US"/>
          </a:p>
        </p:txBody>
      </p:sp>
      <p:sp>
        <p:nvSpPr>
          <p:cNvPr id="6" name="Rectangle 13">
            <a:extLst>
              <a:ext uri="{FF2B5EF4-FFF2-40B4-BE49-F238E27FC236}">
                <a16:creationId xmlns:a16="http://schemas.microsoft.com/office/drawing/2014/main" id="{DDF162B4-FC81-4FA2-8127-05A302688CCD}"/>
              </a:ext>
            </a:extLst>
          </p:cNvPr>
          <p:cNvSpPr>
            <a:spLocks noGrp="1" noChangeArrowheads="1"/>
          </p:cNvSpPr>
          <p:nvPr>
            <p:ph type="sldNum" sz="quarter" idx="12"/>
          </p:nvPr>
        </p:nvSpPr>
        <p:spPr>
          <a:ln/>
        </p:spPr>
        <p:txBody>
          <a:bodyPr/>
          <a:lstStyle>
            <a:lvl1pPr>
              <a:defRPr/>
            </a:lvl1pPr>
          </a:lstStyle>
          <a:p>
            <a:pPr>
              <a:defRPr/>
            </a:pPr>
            <a:fld id="{3D32E707-2359-457B-8FF8-8B1FFB60E5C2}" type="slidenum">
              <a:rPr lang="en-US" altLang="en-US"/>
              <a:pPr>
                <a:defRPr/>
              </a:pPr>
              <a:t>‹#›</a:t>
            </a:fld>
            <a:endParaRPr lang="en-US" altLang="en-US"/>
          </a:p>
        </p:txBody>
      </p:sp>
    </p:spTree>
    <p:extLst>
      <p:ext uri="{BB962C8B-B14F-4D97-AF65-F5344CB8AC3E}">
        <p14:creationId xmlns:p14="http://schemas.microsoft.com/office/powerpoint/2010/main" val="260281757"/>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996113" y="404813"/>
            <a:ext cx="1958975" cy="5727700"/>
          </a:xfrm>
        </p:spPr>
        <p:txBody>
          <a:bodyPr vert="eaVert"/>
          <a:lstStyle/>
          <a:p>
            <a:r>
              <a:rPr lang="en-US"/>
              <a:t>Click to edit Master title style</a:t>
            </a:r>
            <a:endParaRPr lang="en-GB"/>
          </a:p>
        </p:txBody>
      </p:sp>
      <p:sp>
        <p:nvSpPr>
          <p:cNvPr id="3" name="Vertical Text Placeholder 2"/>
          <p:cNvSpPr>
            <a:spLocks noGrp="1"/>
          </p:cNvSpPr>
          <p:nvPr>
            <p:ph type="body" orient="vert" idx="1"/>
          </p:nvPr>
        </p:nvSpPr>
        <p:spPr>
          <a:xfrm>
            <a:off x="1116013" y="404813"/>
            <a:ext cx="5727700" cy="57277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Rectangle 11">
            <a:extLst>
              <a:ext uri="{FF2B5EF4-FFF2-40B4-BE49-F238E27FC236}">
                <a16:creationId xmlns:a16="http://schemas.microsoft.com/office/drawing/2014/main" id="{B940FAA0-0C12-4C96-A1D4-B26CBD8B0B06}"/>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12">
            <a:extLst>
              <a:ext uri="{FF2B5EF4-FFF2-40B4-BE49-F238E27FC236}">
                <a16:creationId xmlns:a16="http://schemas.microsoft.com/office/drawing/2014/main" id="{23B14F8B-C345-4899-8446-CBE9026A0199}"/>
              </a:ext>
            </a:extLst>
          </p:cNvPr>
          <p:cNvSpPr>
            <a:spLocks noGrp="1" noChangeArrowheads="1"/>
          </p:cNvSpPr>
          <p:nvPr>
            <p:ph type="ftr" sz="quarter" idx="11"/>
          </p:nvPr>
        </p:nvSpPr>
        <p:spPr>
          <a:ln/>
        </p:spPr>
        <p:txBody>
          <a:bodyPr/>
          <a:lstStyle>
            <a:lvl1pPr>
              <a:defRPr/>
            </a:lvl1pPr>
          </a:lstStyle>
          <a:p>
            <a:pPr>
              <a:defRPr/>
            </a:pPr>
            <a:endParaRPr lang="en-US"/>
          </a:p>
        </p:txBody>
      </p:sp>
      <p:sp>
        <p:nvSpPr>
          <p:cNvPr id="6" name="Rectangle 13">
            <a:extLst>
              <a:ext uri="{FF2B5EF4-FFF2-40B4-BE49-F238E27FC236}">
                <a16:creationId xmlns:a16="http://schemas.microsoft.com/office/drawing/2014/main" id="{2F896202-CB74-4D26-8506-288BA55A62A1}"/>
              </a:ext>
            </a:extLst>
          </p:cNvPr>
          <p:cNvSpPr>
            <a:spLocks noGrp="1" noChangeArrowheads="1"/>
          </p:cNvSpPr>
          <p:nvPr>
            <p:ph type="sldNum" sz="quarter" idx="12"/>
          </p:nvPr>
        </p:nvSpPr>
        <p:spPr>
          <a:ln/>
        </p:spPr>
        <p:txBody>
          <a:bodyPr/>
          <a:lstStyle>
            <a:lvl1pPr>
              <a:defRPr/>
            </a:lvl1pPr>
          </a:lstStyle>
          <a:p>
            <a:pPr>
              <a:defRPr/>
            </a:pPr>
            <a:fld id="{03934D74-1372-4E00-AA6A-4BC9003B19FC}" type="slidenum">
              <a:rPr lang="en-US" altLang="en-US"/>
              <a:pPr>
                <a:defRPr/>
              </a:pPr>
              <a:t>‹#›</a:t>
            </a:fld>
            <a:endParaRPr lang="en-US" altLang="en-US"/>
          </a:p>
        </p:txBody>
      </p:sp>
    </p:spTree>
    <p:extLst>
      <p:ext uri="{BB962C8B-B14F-4D97-AF65-F5344CB8AC3E}">
        <p14:creationId xmlns:p14="http://schemas.microsoft.com/office/powerpoint/2010/main" val="229737170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Rectangle 2">
            <a:extLst>
              <a:ext uri="{FF2B5EF4-FFF2-40B4-BE49-F238E27FC236}">
                <a16:creationId xmlns:a16="http://schemas.microsoft.com/office/drawing/2014/main" id="{909EF3AC-6403-4665-8AE8-252DD5FEA345}"/>
              </a:ext>
            </a:extLst>
          </p:cNvPr>
          <p:cNvSpPr>
            <a:spLocks noChangeArrowheads="1"/>
          </p:cNvSpPr>
          <p:nvPr/>
        </p:nvSpPr>
        <p:spPr bwMode="ltGray">
          <a:xfrm>
            <a:off x="442913" y="801688"/>
            <a:ext cx="438150" cy="474662"/>
          </a:xfrm>
          <a:prstGeom prst="rect">
            <a:avLst/>
          </a:prstGeom>
          <a:solidFill>
            <a:schemeClr val="accent2"/>
          </a:solidFill>
          <a:ln>
            <a:noFill/>
          </a:ln>
        </p:spPr>
        <p:txBody>
          <a:bodyPr wrap="none"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hangingPunct="1">
              <a:defRPr/>
            </a:pPr>
            <a:endParaRPr kumimoji="1" lang="en-US" altLang="en-US" sz="2400">
              <a:latin typeface="Tahoma" pitchFamily="34" charset="0"/>
            </a:endParaRPr>
          </a:p>
        </p:txBody>
      </p:sp>
      <p:sp>
        <p:nvSpPr>
          <p:cNvPr id="1027" name="Rectangle 3">
            <a:extLst>
              <a:ext uri="{FF2B5EF4-FFF2-40B4-BE49-F238E27FC236}">
                <a16:creationId xmlns:a16="http://schemas.microsoft.com/office/drawing/2014/main" id="{CA4C9C56-EC7F-4D2B-8310-3592A019E559}"/>
              </a:ext>
            </a:extLst>
          </p:cNvPr>
          <p:cNvSpPr>
            <a:spLocks noChangeArrowheads="1"/>
          </p:cNvSpPr>
          <p:nvPr/>
        </p:nvSpPr>
        <p:spPr bwMode="ltGray">
          <a:xfrm>
            <a:off x="825500" y="801688"/>
            <a:ext cx="328613" cy="474662"/>
          </a:xfrm>
          <a:prstGeom prst="rect">
            <a:avLst/>
          </a:prstGeom>
          <a:gradFill rotWithShape="0">
            <a:gsLst>
              <a:gs pos="0">
                <a:schemeClr val="accent2"/>
              </a:gs>
              <a:gs pos="100000">
                <a:schemeClr val="bg1"/>
              </a:gs>
            </a:gsLst>
            <a:lin ang="0" scaled="1"/>
          </a:gradFill>
          <a:ln>
            <a:noFill/>
          </a:ln>
        </p:spPr>
        <p:txBody>
          <a:bodyPr wrap="none"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hangingPunct="1">
              <a:defRPr/>
            </a:pPr>
            <a:endParaRPr kumimoji="1" lang="en-US" altLang="en-US" sz="2400">
              <a:latin typeface="Tahoma" pitchFamily="34" charset="0"/>
            </a:endParaRPr>
          </a:p>
        </p:txBody>
      </p:sp>
      <p:sp>
        <p:nvSpPr>
          <p:cNvPr id="1028" name="Rectangle 4">
            <a:extLst>
              <a:ext uri="{FF2B5EF4-FFF2-40B4-BE49-F238E27FC236}">
                <a16:creationId xmlns:a16="http://schemas.microsoft.com/office/drawing/2014/main" id="{169E3AB6-B49F-442B-AD50-BA47FCE25B9A}"/>
              </a:ext>
            </a:extLst>
          </p:cNvPr>
          <p:cNvSpPr>
            <a:spLocks noChangeArrowheads="1"/>
          </p:cNvSpPr>
          <p:nvPr/>
        </p:nvSpPr>
        <p:spPr bwMode="ltGray">
          <a:xfrm>
            <a:off x="566738" y="1223963"/>
            <a:ext cx="422275" cy="474662"/>
          </a:xfrm>
          <a:prstGeom prst="rect">
            <a:avLst/>
          </a:prstGeom>
          <a:solidFill>
            <a:schemeClr val="folHlink"/>
          </a:solidFill>
          <a:ln>
            <a:noFill/>
          </a:ln>
        </p:spPr>
        <p:txBody>
          <a:bodyPr wrap="none"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hangingPunct="1">
              <a:defRPr/>
            </a:pPr>
            <a:endParaRPr kumimoji="1" lang="en-US" altLang="en-US" sz="2400">
              <a:latin typeface="Tahoma" pitchFamily="34" charset="0"/>
            </a:endParaRPr>
          </a:p>
        </p:txBody>
      </p:sp>
      <p:sp>
        <p:nvSpPr>
          <p:cNvPr id="1029" name="Rectangle 5">
            <a:extLst>
              <a:ext uri="{FF2B5EF4-FFF2-40B4-BE49-F238E27FC236}">
                <a16:creationId xmlns:a16="http://schemas.microsoft.com/office/drawing/2014/main" id="{088C46D7-A73B-42EE-B3E1-FCD17B2B963D}"/>
              </a:ext>
            </a:extLst>
          </p:cNvPr>
          <p:cNvSpPr>
            <a:spLocks noChangeArrowheads="1"/>
          </p:cNvSpPr>
          <p:nvPr/>
        </p:nvSpPr>
        <p:spPr bwMode="ltGray">
          <a:xfrm>
            <a:off x="936625" y="1223963"/>
            <a:ext cx="368300" cy="474662"/>
          </a:xfrm>
          <a:prstGeom prst="rect">
            <a:avLst/>
          </a:prstGeom>
          <a:gradFill rotWithShape="0">
            <a:gsLst>
              <a:gs pos="0">
                <a:schemeClr val="folHlink"/>
              </a:gs>
              <a:gs pos="100000">
                <a:schemeClr val="bg1"/>
              </a:gs>
            </a:gsLst>
            <a:lin ang="0" scaled="1"/>
          </a:gradFill>
          <a:ln>
            <a:noFill/>
          </a:ln>
        </p:spPr>
        <p:txBody>
          <a:bodyPr wrap="none"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hangingPunct="1">
              <a:defRPr/>
            </a:pPr>
            <a:endParaRPr kumimoji="1" lang="en-US" altLang="en-US" sz="2400">
              <a:latin typeface="Tahoma" pitchFamily="34" charset="0"/>
            </a:endParaRPr>
          </a:p>
        </p:txBody>
      </p:sp>
      <p:sp>
        <p:nvSpPr>
          <p:cNvPr id="1030" name="Rectangle 6">
            <a:extLst>
              <a:ext uri="{FF2B5EF4-FFF2-40B4-BE49-F238E27FC236}">
                <a16:creationId xmlns:a16="http://schemas.microsoft.com/office/drawing/2014/main" id="{997AE8C0-8B19-42BD-B474-667B72EC34DD}"/>
              </a:ext>
            </a:extLst>
          </p:cNvPr>
          <p:cNvSpPr>
            <a:spLocks noChangeArrowheads="1"/>
          </p:cNvSpPr>
          <p:nvPr/>
        </p:nvSpPr>
        <p:spPr bwMode="ltGray">
          <a:xfrm>
            <a:off x="152400" y="1150938"/>
            <a:ext cx="560388" cy="422275"/>
          </a:xfrm>
          <a:prstGeom prst="rect">
            <a:avLst/>
          </a:prstGeom>
          <a:gradFill rotWithShape="0">
            <a:gsLst>
              <a:gs pos="0">
                <a:schemeClr val="bg1"/>
              </a:gs>
              <a:gs pos="100000">
                <a:schemeClr val="hlink"/>
              </a:gs>
            </a:gsLst>
            <a:lin ang="18900000" scaled="1"/>
          </a:gradFill>
          <a:ln>
            <a:noFill/>
          </a:ln>
        </p:spPr>
        <p:txBody>
          <a:bodyPr wrap="none"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hangingPunct="1">
              <a:defRPr/>
            </a:pPr>
            <a:endParaRPr kumimoji="1" lang="en-US" altLang="en-US" sz="2400">
              <a:latin typeface="Tahoma" pitchFamily="34" charset="0"/>
            </a:endParaRPr>
          </a:p>
        </p:txBody>
      </p:sp>
      <p:sp>
        <p:nvSpPr>
          <p:cNvPr id="1031" name="Rectangle 7">
            <a:extLst>
              <a:ext uri="{FF2B5EF4-FFF2-40B4-BE49-F238E27FC236}">
                <a16:creationId xmlns:a16="http://schemas.microsoft.com/office/drawing/2014/main" id="{CEA58EAA-94D0-4F3A-8D65-B99682DB8405}"/>
              </a:ext>
            </a:extLst>
          </p:cNvPr>
          <p:cNvSpPr>
            <a:spLocks noChangeArrowheads="1"/>
          </p:cNvSpPr>
          <p:nvPr/>
        </p:nvSpPr>
        <p:spPr bwMode="gray">
          <a:xfrm>
            <a:off x="787400" y="693738"/>
            <a:ext cx="31750" cy="1052512"/>
          </a:xfrm>
          <a:prstGeom prst="rect">
            <a:avLst/>
          </a:prstGeom>
          <a:solidFill>
            <a:schemeClr val="bg2"/>
          </a:solidFill>
          <a:ln>
            <a:noFill/>
          </a:ln>
        </p:spPr>
        <p:txBody>
          <a:bodyPr wrap="none"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hangingPunct="1">
              <a:defRPr/>
            </a:pPr>
            <a:endParaRPr kumimoji="1" lang="en-US" altLang="en-US" sz="2400">
              <a:latin typeface="Tahoma" pitchFamily="34" charset="0"/>
            </a:endParaRPr>
          </a:p>
        </p:txBody>
      </p:sp>
      <p:sp>
        <p:nvSpPr>
          <p:cNvPr id="1032" name="Rectangle 8">
            <a:extLst>
              <a:ext uri="{FF2B5EF4-FFF2-40B4-BE49-F238E27FC236}">
                <a16:creationId xmlns:a16="http://schemas.microsoft.com/office/drawing/2014/main" id="{E58D7B56-198C-44A0-A254-484367CFC16F}"/>
              </a:ext>
            </a:extLst>
          </p:cNvPr>
          <p:cNvSpPr>
            <a:spLocks noChangeArrowheads="1"/>
          </p:cNvSpPr>
          <p:nvPr/>
        </p:nvSpPr>
        <p:spPr bwMode="gray">
          <a:xfrm>
            <a:off x="468313" y="1484313"/>
            <a:ext cx="8226425" cy="31750"/>
          </a:xfrm>
          <a:prstGeom prst="rect">
            <a:avLst/>
          </a:prstGeom>
          <a:gradFill rotWithShape="0">
            <a:gsLst>
              <a:gs pos="0">
                <a:schemeClr val="bg2"/>
              </a:gs>
              <a:gs pos="100000">
                <a:schemeClr val="bg1"/>
              </a:gs>
            </a:gsLst>
            <a:lin ang="0" scaled="1"/>
          </a:gradFill>
          <a:ln>
            <a:noFill/>
          </a:ln>
        </p:spPr>
        <p:txBody>
          <a:bodyPr wrap="none"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hangingPunct="1">
              <a:defRPr/>
            </a:pPr>
            <a:endParaRPr kumimoji="1" lang="en-US" altLang="en-US" sz="2400">
              <a:latin typeface="Tahoma" pitchFamily="34" charset="0"/>
            </a:endParaRPr>
          </a:p>
        </p:txBody>
      </p:sp>
      <p:sp>
        <p:nvSpPr>
          <p:cNvPr id="1033" name="Rectangle 9">
            <a:extLst>
              <a:ext uri="{FF2B5EF4-FFF2-40B4-BE49-F238E27FC236}">
                <a16:creationId xmlns:a16="http://schemas.microsoft.com/office/drawing/2014/main" id="{68AE4BE9-E0E2-4F1E-8EE3-0297D549990E}"/>
              </a:ext>
            </a:extLst>
          </p:cNvPr>
          <p:cNvSpPr>
            <a:spLocks noGrp="1" noChangeArrowheads="1"/>
          </p:cNvSpPr>
          <p:nvPr>
            <p:ph type="title"/>
          </p:nvPr>
        </p:nvSpPr>
        <p:spPr bwMode="auto">
          <a:xfrm>
            <a:off x="1116013" y="404813"/>
            <a:ext cx="7793037" cy="939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p>
            <a:pPr lvl="0"/>
            <a:r>
              <a:rPr lang="en-US" altLang="en-US"/>
              <a:t>Click to edit Master title style</a:t>
            </a:r>
          </a:p>
        </p:txBody>
      </p:sp>
      <p:sp>
        <p:nvSpPr>
          <p:cNvPr id="1034" name="Rectangle 10">
            <a:extLst>
              <a:ext uri="{FF2B5EF4-FFF2-40B4-BE49-F238E27FC236}">
                <a16:creationId xmlns:a16="http://schemas.microsoft.com/office/drawing/2014/main" id="{198F58C7-8709-464C-B4A9-A447F607030B}"/>
              </a:ext>
            </a:extLst>
          </p:cNvPr>
          <p:cNvSpPr>
            <a:spLocks noGrp="1" noChangeArrowheads="1"/>
          </p:cNvSpPr>
          <p:nvPr>
            <p:ph type="body" idx="1"/>
          </p:nvPr>
        </p:nvSpPr>
        <p:spPr bwMode="auto">
          <a:xfrm>
            <a:off x="1182688" y="1628775"/>
            <a:ext cx="7772400" cy="45037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24587" name="Rectangle 11">
            <a:extLst>
              <a:ext uri="{FF2B5EF4-FFF2-40B4-BE49-F238E27FC236}">
                <a16:creationId xmlns:a16="http://schemas.microsoft.com/office/drawing/2014/main" id="{603F942A-C61F-4C61-99AA-1DAC3F0331F7}"/>
              </a:ext>
            </a:extLst>
          </p:cNvPr>
          <p:cNvSpPr>
            <a:spLocks noGrp="1" noChangeArrowheads="1"/>
          </p:cNvSpPr>
          <p:nvPr>
            <p:ph type="dt" sz="half" idx="2"/>
          </p:nvPr>
        </p:nvSpPr>
        <p:spPr bwMode="auto">
          <a:xfrm>
            <a:off x="914400" y="6324600"/>
            <a:ext cx="19050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eaLnBrk="1" hangingPunct="1">
              <a:defRPr sz="1400">
                <a:latin typeface="+mn-lt"/>
                <a:cs typeface="Arial" pitchFamily="34" charset="0"/>
              </a:defRPr>
            </a:lvl1pPr>
          </a:lstStyle>
          <a:p>
            <a:pPr>
              <a:defRPr/>
            </a:pPr>
            <a:endParaRPr lang="en-US"/>
          </a:p>
        </p:txBody>
      </p:sp>
      <p:sp>
        <p:nvSpPr>
          <p:cNvPr id="24588" name="Rectangle 12">
            <a:extLst>
              <a:ext uri="{FF2B5EF4-FFF2-40B4-BE49-F238E27FC236}">
                <a16:creationId xmlns:a16="http://schemas.microsoft.com/office/drawing/2014/main" id="{C942909B-94AB-4C63-8F2A-1F124A39F3D1}"/>
              </a:ext>
            </a:extLst>
          </p:cNvPr>
          <p:cNvSpPr>
            <a:spLocks noGrp="1" noChangeArrowheads="1"/>
          </p:cNvSpPr>
          <p:nvPr>
            <p:ph type="ftr" sz="quarter" idx="3"/>
          </p:nvPr>
        </p:nvSpPr>
        <p:spPr bwMode="auto">
          <a:xfrm>
            <a:off x="3352800" y="6324600"/>
            <a:ext cx="28956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ctr" eaLnBrk="1" hangingPunct="1">
              <a:defRPr sz="1400">
                <a:latin typeface="+mn-lt"/>
                <a:cs typeface="Arial" pitchFamily="34" charset="0"/>
              </a:defRPr>
            </a:lvl1pPr>
          </a:lstStyle>
          <a:p>
            <a:pPr>
              <a:defRPr/>
            </a:pPr>
            <a:endParaRPr lang="en-US"/>
          </a:p>
        </p:txBody>
      </p:sp>
      <p:sp>
        <p:nvSpPr>
          <p:cNvPr id="14" name="TextBox 17">
            <a:extLst>
              <a:ext uri="{FF2B5EF4-FFF2-40B4-BE49-F238E27FC236}">
                <a16:creationId xmlns:a16="http://schemas.microsoft.com/office/drawing/2014/main" id="{5117D5C4-8F52-4AB4-89E1-0A62DA4CE5D5}"/>
              </a:ext>
            </a:extLst>
          </p:cNvPr>
          <p:cNvSpPr txBox="1"/>
          <p:nvPr userDrawn="1"/>
        </p:nvSpPr>
        <p:spPr>
          <a:xfrm>
            <a:off x="7235825" y="6611938"/>
            <a:ext cx="1908175" cy="246062"/>
          </a:xfrm>
          <a:prstGeom prst="rect">
            <a:avLst/>
          </a:prstGeom>
          <a:noFill/>
        </p:spPr>
        <p:txBody>
          <a:bodyPr>
            <a:spAutoFit/>
          </a:bodyPr>
          <a:lstStyle>
            <a:defPPr>
              <a:defRPr lang="en-GB"/>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a:lstStyle>
          <a:p>
            <a:pPr eaLnBrk="1" hangingPunct="1">
              <a:defRPr/>
            </a:pPr>
            <a:r>
              <a:rPr lang="en-US" sz="1000" dirty="0"/>
              <a:t>Prepared by Hamish Spencer</a:t>
            </a:r>
            <a:endParaRPr lang="en-GB" sz="1000" dirty="0"/>
          </a:p>
        </p:txBody>
      </p:sp>
    </p:spTree>
  </p:cSld>
  <p:clrMap bg1="lt1" tx1="dk1" bg2="lt2" tx2="dk2" accent1="accent1" accent2="accent2" accent3="accent3" accent4="accent4" accent5="accent5" accent6="accent6" hlink="hlink" folHlink="folHlink"/>
  <p:sldLayoutIdLst>
    <p:sldLayoutId id="2147484694" r:id="rId1"/>
    <p:sldLayoutId id="2147484695" r:id="rId2"/>
    <p:sldLayoutId id="2147484696" r:id="rId3"/>
    <p:sldLayoutId id="2147484697" r:id="rId4"/>
    <p:sldLayoutId id="2147484698" r:id="rId5"/>
    <p:sldLayoutId id="2147484699" r:id="rId6"/>
    <p:sldLayoutId id="2147484700" r:id="rId7"/>
    <p:sldLayoutId id="2147484701" r:id="rId8"/>
    <p:sldLayoutId id="2147484702" r:id="rId9"/>
    <p:sldLayoutId id="2147484703" r:id="rId10"/>
    <p:sldLayoutId id="2147484704" r:id="rId11"/>
  </p:sldLayoutIdLst>
  <p:txStyles>
    <p:titleStyle>
      <a:lvl1pPr algn="l" rtl="0" eaLnBrk="0" fontAlgn="base" hangingPunct="0">
        <a:spcBef>
          <a:spcPct val="0"/>
        </a:spcBef>
        <a:spcAft>
          <a:spcPct val="0"/>
        </a:spcAft>
        <a:defRPr sz="4400">
          <a:solidFill>
            <a:schemeClr val="tx2"/>
          </a:solidFill>
          <a:latin typeface="+mj-lt"/>
          <a:ea typeface="+mj-ea"/>
          <a:cs typeface="+mj-cs"/>
        </a:defRPr>
      </a:lvl1pPr>
      <a:lvl2pPr algn="l" rtl="0" eaLnBrk="0" fontAlgn="base" hangingPunct="0">
        <a:spcBef>
          <a:spcPct val="0"/>
        </a:spcBef>
        <a:spcAft>
          <a:spcPct val="0"/>
        </a:spcAft>
        <a:defRPr sz="4400">
          <a:solidFill>
            <a:schemeClr val="tx2"/>
          </a:solidFill>
          <a:latin typeface="Tahoma" pitchFamily="34" charset="0"/>
          <a:cs typeface="Arial" pitchFamily="34" charset="0"/>
        </a:defRPr>
      </a:lvl2pPr>
      <a:lvl3pPr algn="l" rtl="0" eaLnBrk="0" fontAlgn="base" hangingPunct="0">
        <a:spcBef>
          <a:spcPct val="0"/>
        </a:spcBef>
        <a:spcAft>
          <a:spcPct val="0"/>
        </a:spcAft>
        <a:defRPr sz="4400">
          <a:solidFill>
            <a:schemeClr val="tx2"/>
          </a:solidFill>
          <a:latin typeface="Tahoma" pitchFamily="34" charset="0"/>
          <a:cs typeface="Arial" pitchFamily="34" charset="0"/>
        </a:defRPr>
      </a:lvl3pPr>
      <a:lvl4pPr algn="l" rtl="0" eaLnBrk="0" fontAlgn="base" hangingPunct="0">
        <a:spcBef>
          <a:spcPct val="0"/>
        </a:spcBef>
        <a:spcAft>
          <a:spcPct val="0"/>
        </a:spcAft>
        <a:defRPr sz="4400">
          <a:solidFill>
            <a:schemeClr val="tx2"/>
          </a:solidFill>
          <a:latin typeface="Tahoma" pitchFamily="34" charset="0"/>
          <a:cs typeface="Arial" pitchFamily="34" charset="0"/>
        </a:defRPr>
      </a:lvl4pPr>
      <a:lvl5pPr algn="l" rtl="0" eaLnBrk="0" fontAlgn="base" hangingPunct="0">
        <a:spcBef>
          <a:spcPct val="0"/>
        </a:spcBef>
        <a:spcAft>
          <a:spcPct val="0"/>
        </a:spcAft>
        <a:defRPr sz="4400">
          <a:solidFill>
            <a:schemeClr val="tx2"/>
          </a:solidFill>
          <a:latin typeface="Tahoma" pitchFamily="34" charset="0"/>
          <a:cs typeface="Arial" pitchFamily="34" charset="0"/>
        </a:defRPr>
      </a:lvl5pPr>
      <a:lvl6pPr marL="457200" algn="l" rtl="0" fontAlgn="base">
        <a:spcBef>
          <a:spcPct val="0"/>
        </a:spcBef>
        <a:spcAft>
          <a:spcPct val="0"/>
        </a:spcAft>
        <a:defRPr sz="4400">
          <a:solidFill>
            <a:schemeClr val="tx2"/>
          </a:solidFill>
          <a:latin typeface="Tahoma" pitchFamily="34" charset="0"/>
          <a:cs typeface="Arial" pitchFamily="34" charset="0"/>
        </a:defRPr>
      </a:lvl6pPr>
      <a:lvl7pPr marL="914400" algn="l" rtl="0" fontAlgn="base">
        <a:spcBef>
          <a:spcPct val="0"/>
        </a:spcBef>
        <a:spcAft>
          <a:spcPct val="0"/>
        </a:spcAft>
        <a:defRPr sz="4400">
          <a:solidFill>
            <a:schemeClr val="tx2"/>
          </a:solidFill>
          <a:latin typeface="Tahoma" pitchFamily="34" charset="0"/>
          <a:cs typeface="Arial" pitchFamily="34" charset="0"/>
        </a:defRPr>
      </a:lvl7pPr>
      <a:lvl8pPr marL="1371600" algn="l" rtl="0" fontAlgn="base">
        <a:spcBef>
          <a:spcPct val="0"/>
        </a:spcBef>
        <a:spcAft>
          <a:spcPct val="0"/>
        </a:spcAft>
        <a:defRPr sz="4400">
          <a:solidFill>
            <a:schemeClr val="tx2"/>
          </a:solidFill>
          <a:latin typeface="Tahoma" pitchFamily="34" charset="0"/>
          <a:cs typeface="Arial" pitchFamily="34" charset="0"/>
        </a:defRPr>
      </a:lvl8pPr>
      <a:lvl9pPr marL="1828800" algn="l" rtl="0" fontAlgn="base">
        <a:spcBef>
          <a:spcPct val="0"/>
        </a:spcBef>
        <a:spcAft>
          <a:spcPct val="0"/>
        </a:spcAft>
        <a:defRPr sz="4400">
          <a:solidFill>
            <a:schemeClr val="tx2"/>
          </a:solidFill>
          <a:latin typeface="Tahoma" pitchFamily="34" charset="0"/>
          <a:cs typeface="Arial" pitchFamily="34" charset="0"/>
        </a:defRPr>
      </a:lvl9pPr>
    </p:titleStyle>
    <p:body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cs typeface="+mn-cs"/>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cs typeface="+mn-cs"/>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cs typeface="+mn-cs"/>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cs typeface="+mn-cs"/>
        </a:defRPr>
      </a:lvl5pPr>
      <a:lvl6pPr marL="25146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6pPr>
      <a:lvl7pPr marL="29718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7pPr>
      <a:lvl8pPr marL="34290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8pPr>
      <a:lvl9pPr marL="38862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050" name="Rectangle 2">
            <a:extLst>
              <a:ext uri="{FF2B5EF4-FFF2-40B4-BE49-F238E27FC236}">
                <a16:creationId xmlns:a16="http://schemas.microsoft.com/office/drawing/2014/main" id="{5DDA145C-392C-4739-9214-884DD6CAFF8A}"/>
              </a:ext>
            </a:extLst>
          </p:cNvPr>
          <p:cNvSpPr>
            <a:spLocks noChangeArrowheads="1"/>
          </p:cNvSpPr>
          <p:nvPr/>
        </p:nvSpPr>
        <p:spPr bwMode="ltGray">
          <a:xfrm>
            <a:off x="442913" y="801688"/>
            <a:ext cx="438150" cy="474662"/>
          </a:xfrm>
          <a:prstGeom prst="rect">
            <a:avLst/>
          </a:prstGeom>
          <a:solidFill>
            <a:schemeClr val="accent2"/>
          </a:solidFill>
          <a:ln>
            <a:noFill/>
          </a:ln>
        </p:spPr>
        <p:txBody>
          <a:bodyPr wrap="none"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hangingPunct="1">
              <a:defRPr/>
            </a:pPr>
            <a:endParaRPr kumimoji="1" lang="en-US" altLang="en-US" sz="2400">
              <a:solidFill>
                <a:srgbClr val="000000"/>
              </a:solidFill>
              <a:latin typeface="Tahoma" pitchFamily="34" charset="0"/>
            </a:endParaRPr>
          </a:p>
        </p:txBody>
      </p:sp>
      <p:sp>
        <p:nvSpPr>
          <p:cNvPr id="2051" name="Rectangle 3">
            <a:extLst>
              <a:ext uri="{FF2B5EF4-FFF2-40B4-BE49-F238E27FC236}">
                <a16:creationId xmlns:a16="http://schemas.microsoft.com/office/drawing/2014/main" id="{D42909FF-9555-4D88-B3C1-500F1F17E778}"/>
              </a:ext>
            </a:extLst>
          </p:cNvPr>
          <p:cNvSpPr>
            <a:spLocks noChangeArrowheads="1"/>
          </p:cNvSpPr>
          <p:nvPr/>
        </p:nvSpPr>
        <p:spPr bwMode="ltGray">
          <a:xfrm>
            <a:off x="825500" y="801688"/>
            <a:ext cx="328613" cy="474662"/>
          </a:xfrm>
          <a:prstGeom prst="rect">
            <a:avLst/>
          </a:prstGeom>
          <a:gradFill rotWithShape="0">
            <a:gsLst>
              <a:gs pos="0">
                <a:schemeClr val="accent2"/>
              </a:gs>
              <a:gs pos="100000">
                <a:schemeClr val="bg1"/>
              </a:gs>
            </a:gsLst>
            <a:lin ang="0" scaled="1"/>
          </a:gradFill>
          <a:ln>
            <a:noFill/>
          </a:ln>
        </p:spPr>
        <p:txBody>
          <a:bodyPr wrap="none"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hangingPunct="1">
              <a:defRPr/>
            </a:pPr>
            <a:endParaRPr kumimoji="1" lang="en-US" altLang="en-US" sz="2400">
              <a:solidFill>
                <a:srgbClr val="000000"/>
              </a:solidFill>
              <a:latin typeface="Tahoma" pitchFamily="34" charset="0"/>
            </a:endParaRPr>
          </a:p>
        </p:txBody>
      </p:sp>
      <p:sp>
        <p:nvSpPr>
          <p:cNvPr id="2052" name="Rectangle 4">
            <a:extLst>
              <a:ext uri="{FF2B5EF4-FFF2-40B4-BE49-F238E27FC236}">
                <a16:creationId xmlns:a16="http://schemas.microsoft.com/office/drawing/2014/main" id="{CED1CBC7-0E73-4D51-BFF4-141D24EE42F9}"/>
              </a:ext>
            </a:extLst>
          </p:cNvPr>
          <p:cNvSpPr>
            <a:spLocks noChangeArrowheads="1"/>
          </p:cNvSpPr>
          <p:nvPr/>
        </p:nvSpPr>
        <p:spPr bwMode="ltGray">
          <a:xfrm>
            <a:off x="566738" y="1223963"/>
            <a:ext cx="422275" cy="474662"/>
          </a:xfrm>
          <a:prstGeom prst="rect">
            <a:avLst/>
          </a:prstGeom>
          <a:solidFill>
            <a:schemeClr val="folHlink"/>
          </a:solidFill>
          <a:ln>
            <a:noFill/>
          </a:ln>
        </p:spPr>
        <p:txBody>
          <a:bodyPr wrap="none"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hangingPunct="1">
              <a:defRPr/>
            </a:pPr>
            <a:endParaRPr kumimoji="1" lang="en-US" altLang="en-US" sz="2400">
              <a:solidFill>
                <a:srgbClr val="000000"/>
              </a:solidFill>
              <a:latin typeface="Tahoma" pitchFamily="34" charset="0"/>
            </a:endParaRPr>
          </a:p>
        </p:txBody>
      </p:sp>
      <p:sp>
        <p:nvSpPr>
          <p:cNvPr id="2053" name="Rectangle 5">
            <a:extLst>
              <a:ext uri="{FF2B5EF4-FFF2-40B4-BE49-F238E27FC236}">
                <a16:creationId xmlns:a16="http://schemas.microsoft.com/office/drawing/2014/main" id="{232841DF-E042-4420-8F56-261659AA878B}"/>
              </a:ext>
            </a:extLst>
          </p:cNvPr>
          <p:cNvSpPr>
            <a:spLocks noChangeArrowheads="1"/>
          </p:cNvSpPr>
          <p:nvPr/>
        </p:nvSpPr>
        <p:spPr bwMode="ltGray">
          <a:xfrm>
            <a:off x="936625" y="1223963"/>
            <a:ext cx="368300" cy="474662"/>
          </a:xfrm>
          <a:prstGeom prst="rect">
            <a:avLst/>
          </a:prstGeom>
          <a:gradFill rotWithShape="0">
            <a:gsLst>
              <a:gs pos="0">
                <a:schemeClr val="folHlink"/>
              </a:gs>
              <a:gs pos="100000">
                <a:schemeClr val="bg1"/>
              </a:gs>
            </a:gsLst>
            <a:lin ang="0" scaled="1"/>
          </a:gradFill>
          <a:ln>
            <a:noFill/>
          </a:ln>
        </p:spPr>
        <p:txBody>
          <a:bodyPr wrap="none"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hangingPunct="1">
              <a:defRPr/>
            </a:pPr>
            <a:endParaRPr kumimoji="1" lang="en-US" altLang="en-US" sz="2400">
              <a:solidFill>
                <a:srgbClr val="000000"/>
              </a:solidFill>
              <a:latin typeface="Tahoma" pitchFamily="34" charset="0"/>
            </a:endParaRPr>
          </a:p>
        </p:txBody>
      </p:sp>
      <p:sp>
        <p:nvSpPr>
          <p:cNvPr id="2054" name="Rectangle 6">
            <a:extLst>
              <a:ext uri="{FF2B5EF4-FFF2-40B4-BE49-F238E27FC236}">
                <a16:creationId xmlns:a16="http://schemas.microsoft.com/office/drawing/2014/main" id="{17B8B4C4-B908-4A17-892A-31C4A5974207}"/>
              </a:ext>
            </a:extLst>
          </p:cNvPr>
          <p:cNvSpPr>
            <a:spLocks noChangeArrowheads="1"/>
          </p:cNvSpPr>
          <p:nvPr/>
        </p:nvSpPr>
        <p:spPr bwMode="ltGray">
          <a:xfrm>
            <a:off x="152400" y="1150938"/>
            <a:ext cx="560388" cy="422275"/>
          </a:xfrm>
          <a:prstGeom prst="rect">
            <a:avLst/>
          </a:prstGeom>
          <a:gradFill rotWithShape="0">
            <a:gsLst>
              <a:gs pos="0">
                <a:schemeClr val="bg1"/>
              </a:gs>
              <a:gs pos="100000">
                <a:schemeClr val="hlink"/>
              </a:gs>
            </a:gsLst>
            <a:lin ang="18900000" scaled="1"/>
          </a:gradFill>
          <a:ln>
            <a:noFill/>
          </a:ln>
        </p:spPr>
        <p:txBody>
          <a:bodyPr wrap="none"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hangingPunct="1">
              <a:defRPr/>
            </a:pPr>
            <a:endParaRPr kumimoji="1" lang="en-US" altLang="en-US" sz="2400">
              <a:solidFill>
                <a:srgbClr val="000000"/>
              </a:solidFill>
              <a:latin typeface="Tahoma" pitchFamily="34" charset="0"/>
            </a:endParaRPr>
          </a:p>
        </p:txBody>
      </p:sp>
      <p:sp>
        <p:nvSpPr>
          <p:cNvPr id="2055" name="Rectangle 7">
            <a:extLst>
              <a:ext uri="{FF2B5EF4-FFF2-40B4-BE49-F238E27FC236}">
                <a16:creationId xmlns:a16="http://schemas.microsoft.com/office/drawing/2014/main" id="{0F54A57C-5168-40DD-A20B-2D73EBEB65FF}"/>
              </a:ext>
            </a:extLst>
          </p:cNvPr>
          <p:cNvSpPr>
            <a:spLocks noChangeArrowheads="1"/>
          </p:cNvSpPr>
          <p:nvPr/>
        </p:nvSpPr>
        <p:spPr bwMode="gray">
          <a:xfrm>
            <a:off x="787400" y="693738"/>
            <a:ext cx="31750" cy="1052512"/>
          </a:xfrm>
          <a:prstGeom prst="rect">
            <a:avLst/>
          </a:prstGeom>
          <a:solidFill>
            <a:schemeClr val="bg2"/>
          </a:solidFill>
          <a:ln>
            <a:noFill/>
          </a:ln>
        </p:spPr>
        <p:txBody>
          <a:bodyPr wrap="none"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hangingPunct="1">
              <a:defRPr/>
            </a:pPr>
            <a:endParaRPr kumimoji="1" lang="en-US" altLang="en-US" sz="2400">
              <a:solidFill>
                <a:srgbClr val="000000"/>
              </a:solidFill>
              <a:latin typeface="Tahoma" pitchFamily="34" charset="0"/>
            </a:endParaRPr>
          </a:p>
        </p:txBody>
      </p:sp>
      <p:sp>
        <p:nvSpPr>
          <p:cNvPr id="2056" name="Rectangle 8">
            <a:extLst>
              <a:ext uri="{FF2B5EF4-FFF2-40B4-BE49-F238E27FC236}">
                <a16:creationId xmlns:a16="http://schemas.microsoft.com/office/drawing/2014/main" id="{11A32EE3-4892-4DF4-989A-989F18005B32}"/>
              </a:ext>
            </a:extLst>
          </p:cNvPr>
          <p:cNvSpPr>
            <a:spLocks noChangeArrowheads="1"/>
          </p:cNvSpPr>
          <p:nvPr/>
        </p:nvSpPr>
        <p:spPr bwMode="gray">
          <a:xfrm>
            <a:off x="468313" y="1484313"/>
            <a:ext cx="8226425" cy="31750"/>
          </a:xfrm>
          <a:prstGeom prst="rect">
            <a:avLst/>
          </a:prstGeom>
          <a:gradFill rotWithShape="0">
            <a:gsLst>
              <a:gs pos="0">
                <a:schemeClr val="bg2"/>
              </a:gs>
              <a:gs pos="100000">
                <a:schemeClr val="bg1"/>
              </a:gs>
            </a:gsLst>
            <a:lin ang="0" scaled="1"/>
          </a:gradFill>
          <a:ln>
            <a:noFill/>
          </a:ln>
        </p:spPr>
        <p:txBody>
          <a:bodyPr wrap="none"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hangingPunct="1">
              <a:defRPr/>
            </a:pPr>
            <a:endParaRPr kumimoji="1" lang="en-US" altLang="en-US" sz="2400">
              <a:solidFill>
                <a:srgbClr val="000000"/>
              </a:solidFill>
              <a:latin typeface="Tahoma" pitchFamily="34" charset="0"/>
            </a:endParaRPr>
          </a:p>
        </p:txBody>
      </p:sp>
      <p:sp>
        <p:nvSpPr>
          <p:cNvPr id="2057" name="Rectangle 9">
            <a:extLst>
              <a:ext uri="{FF2B5EF4-FFF2-40B4-BE49-F238E27FC236}">
                <a16:creationId xmlns:a16="http://schemas.microsoft.com/office/drawing/2014/main" id="{7DF34177-40F0-452F-871F-8F10A67A133B}"/>
              </a:ext>
            </a:extLst>
          </p:cNvPr>
          <p:cNvSpPr>
            <a:spLocks noGrp="1" noChangeArrowheads="1"/>
          </p:cNvSpPr>
          <p:nvPr>
            <p:ph type="title"/>
          </p:nvPr>
        </p:nvSpPr>
        <p:spPr bwMode="auto">
          <a:xfrm>
            <a:off x="1116013" y="404813"/>
            <a:ext cx="7793037" cy="939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p>
            <a:pPr lvl="0"/>
            <a:r>
              <a:rPr lang="en-US" altLang="en-US"/>
              <a:t>Click to edit Master title style</a:t>
            </a:r>
          </a:p>
        </p:txBody>
      </p:sp>
      <p:sp>
        <p:nvSpPr>
          <p:cNvPr id="2058" name="Rectangle 10">
            <a:extLst>
              <a:ext uri="{FF2B5EF4-FFF2-40B4-BE49-F238E27FC236}">
                <a16:creationId xmlns:a16="http://schemas.microsoft.com/office/drawing/2014/main" id="{AD690E2F-DBF5-49BB-A925-0341A8FE73C4}"/>
              </a:ext>
            </a:extLst>
          </p:cNvPr>
          <p:cNvSpPr>
            <a:spLocks noGrp="1" noChangeArrowheads="1"/>
          </p:cNvSpPr>
          <p:nvPr>
            <p:ph type="body" idx="1"/>
          </p:nvPr>
        </p:nvSpPr>
        <p:spPr bwMode="auto">
          <a:xfrm>
            <a:off x="1182688" y="1628775"/>
            <a:ext cx="7772400" cy="45037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24587" name="Rectangle 11">
            <a:extLst>
              <a:ext uri="{FF2B5EF4-FFF2-40B4-BE49-F238E27FC236}">
                <a16:creationId xmlns:a16="http://schemas.microsoft.com/office/drawing/2014/main" id="{D6CFD7FB-31C8-4BF4-989D-10B53F986DE2}"/>
              </a:ext>
            </a:extLst>
          </p:cNvPr>
          <p:cNvSpPr>
            <a:spLocks noGrp="1" noChangeArrowheads="1"/>
          </p:cNvSpPr>
          <p:nvPr>
            <p:ph type="dt" sz="half" idx="2"/>
          </p:nvPr>
        </p:nvSpPr>
        <p:spPr bwMode="auto">
          <a:xfrm>
            <a:off x="914400" y="6324600"/>
            <a:ext cx="1905000" cy="457200"/>
          </a:xfrm>
          <a:prstGeom prst="rect">
            <a:avLst/>
          </a:prstGeom>
          <a:noFill/>
          <a:ln>
            <a:noFill/>
          </a:ln>
          <a:effectLst/>
        </p:spPr>
        <p:txBody>
          <a:bodyPr vert="horz" wrap="square" lIns="91440" tIns="45720" rIns="91440" bIns="45720" numCol="1" anchor="b" anchorCtr="0" compatLnSpc="1">
            <a:prstTxWarp prst="textNoShape">
              <a:avLst/>
            </a:prstTxWarp>
          </a:bodyPr>
          <a:lstStyle>
            <a:lvl1pPr eaLnBrk="1" hangingPunct="1">
              <a:defRPr sz="1400">
                <a:solidFill>
                  <a:srgbClr val="000000"/>
                </a:solidFill>
                <a:latin typeface="+mn-lt"/>
                <a:cs typeface="Arial" charset="0"/>
              </a:defRPr>
            </a:lvl1pPr>
          </a:lstStyle>
          <a:p>
            <a:pPr>
              <a:defRPr/>
            </a:pPr>
            <a:endParaRPr lang="en-US"/>
          </a:p>
        </p:txBody>
      </p:sp>
      <p:sp>
        <p:nvSpPr>
          <p:cNvPr id="24588" name="Rectangle 12">
            <a:extLst>
              <a:ext uri="{FF2B5EF4-FFF2-40B4-BE49-F238E27FC236}">
                <a16:creationId xmlns:a16="http://schemas.microsoft.com/office/drawing/2014/main" id="{28576282-EB60-4129-9DB2-9802317413AD}"/>
              </a:ext>
            </a:extLst>
          </p:cNvPr>
          <p:cNvSpPr>
            <a:spLocks noGrp="1" noChangeArrowheads="1"/>
          </p:cNvSpPr>
          <p:nvPr>
            <p:ph type="ftr" sz="quarter" idx="3"/>
          </p:nvPr>
        </p:nvSpPr>
        <p:spPr bwMode="auto">
          <a:xfrm>
            <a:off x="3352800" y="6324600"/>
            <a:ext cx="2895600" cy="457200"/>
          </a:xfrm>
          <a:prstGeom prst="rect">
            <a:avLst/>
          </a:prstGeom>
          <a:noFill/>
          <a:ln>
            <a:noFill/>
          </a:ln>
          <a:effectLst/>
        </p:spPr>
        <p:txBody>
          <a:bodyPr vert="horz" wrap="square" lIns="91440" tIns="45720" rIns="91440" bIns="45720" numCol="1" anchor="b" anchorCtr="0" compatLnSpc="1">
            <a:prstTxWarp prst="textNoShape">
              <a:avLst/>
            </a:prstTxWarp>
          </a:bodyPr>
          <a:lstStyle>
            <a:lvl1pPr algn="ctr" eaLnBrk="1" hangingPunct="1">
              <a:defRPr sz="1400">
                <a:solidFill>
                  <a:srgbClr val="000000"/>
                </a:solidFill>
                <a:latin typeface="+mn-lt"/>
                <a:cs typeface="Arial" charset="0"/>
              </a:defRPr>
            </a:lvl1pPr>
          </a:lstStyle>
          <a:p>
            <a:pPr>
              <a:defRPr/>
            </a:pPr>
            <a:endParaRPr lang="en-US"/>
          </a:p>
        </p:txBody>
      </p:sp>
      <p:sp>
        <p:nvSpPr>
          <p:cNvPr id="24589" name="Rectangle 13">
            <a:extLst>
              <a:ext uri="{FF2B5EF4-FFF2-40B4-BE49-F238E27FC236}">
                <a16:creationId xmlns:a16="http://schemas.microsoft.com/office/drawing/2014/main" id="{18AB5DA0-7B63-4C1F-AA8E-2DD08F4A2289}"/>
              </a:ext>
            </a:extLst>
          </p:cNvPr>
          <p:cNvSpPr>
            <a:spLocks noGrp="1" noChangeArrowheads="1"/>
          </p:cNvSpPr>
          <p:nvPr>
            <p:ph type="sldNum" sz="quarter" idx="4"/>
          </p:nvPr>
        </p:nvSpPr>
        <p:spPr bwMode="auto">
          <a:xfrm>
            <a:off x="6781800" y="6324600"/>
            <a:ext cx="1905000" cy="457200"/>
          </a:xfrm>
          <a:prstGeom prst="rect">
            <a:avLst/>
          </a:prstGeom>
          <a:noFill/>
          <a:ln>
            <a:noFill/>
          </a:ln>
          <a:effectLst/>
        </p:spPr>
        <p:txBody>
          <a:bodyPr vert="horz" wrap="square" lIns="91440" tIns="45720" rIns="91440" bIns="45720" numCol="1" anchor="b" anchorCtr="0" compatLnSpc="1">
            <a:prstTxWarp prst="textNoShape">
              <a:avLst/>
            </a:prstTxWarp>
          </a:bodyPr>
          <a:lstStyle>
            <a:lvl1pPr algn="r" eaLnBrk="1" hangingPunct="1">
              <a:defRPr sz="1400">
                <a:solidFill>
                  <a:srgbClr val="000000"/>
                </a:solidFill>
                <a:latin typeface="Tahoma" panose="020B0604030504040204" pitchFamily="34" charset="0"/>
              </a:defRPr>
            </a:lvl1pPr>
          </a:lstStyle>
          <a:p>
            <a:pPr>
              <a:defRPr/>
            </a:pPr>
            <a:fld id="{9C442451-9A92-4C5C-AE90-DD8125861C79}" type="slidenum">
              <a:rPr lang="en-US" altLang="en-US"/>
              <a:pPr>
                <a:defRPr/>
              </a:pPr>
              <a:t>‹#›</a:t>
            </a:fld>
            <a:endParaRPr lang="en-US" altLang="en-US"/>
          </a:p>
        </p:txBody>
      </p:sp>
    </p:spTree>
  </p:cSld>
  <p:clrMap bg1="lt1" tx1="dk1" bg2="lt2" tx2="dk2" accent1="accent1" accent2="accent2" accent3="accent3" accent4="accent4" accent5="accent5" accent6="accent6" hlink="hlink" folHlink="folHlink"/>
  <p:sldLayoutIdLst>
    <p:sldLayoutId id="2147484705" r:id="rId1"/>
    <p:sldLayoutId id="2147484684" r:id="rId2"/>
    <p:sldLayoutId id="2147484685" r:id="rId3"/>
    <p:sldLayoutId id="2147484686" r:id="rId4"/>
    <p:sldLayoutId id="2147484687" r:id="rId5"/>
    <p:sldLayoutId id="2147484688" r:id="rId6"/>
    <p:sldLayoutId id="2147484689" r:id="rId7"/>
    <p:sldLayoutId id="2147484690" r:id="rId8"/>
    <p:sldLayoutId id="2147484691" r:id="rId9"/>
    <p:sldLayoutId id="2147484692" r:id="rId10"/>
    <p:sldLayoutId id="2147484693" r:id="rId11"/>
  </p:sldLayoutIdLst>
  <p:txStyles>
    <p:titleStyle>
      <a:lvl1pPr algn="l" rtl="0" eaLnBrk="0" fontAlgn="base" hangingPunct="0">
        <a:spcBef>
          <a:spcPct val="0"/>
        </a:spcBef>
        <a:spcAft>
          <a:spcPct val="0"/>
        </a:spcAft>
        <a:defRPr sz="4400">
          <a:solidFill>
            <a:schemeClr val="tx2"/>
          </a:solidFill>
          <a:latin typeface="+mj-lt"/>
          <a:ea typeface="+mj-ea"/>
          <a:cs typeface="+mj-cs"/>
        </a:defRPr>
      </a:lvl1pPr>
      <a:lvl2pPr algn="l" rtl="0" eaLnBrk="0" fontAlgn="base" hangingPunct="0">
        <a:spcBef>
          <a:spcPct val="0"/>
        </a:spcBef>
        <a:spcAft>
          <a:spcPct val="0"/>
        </a:spcAft>
        <a:defRPr sz="4400">
          <a:solidFill>
            <a:schemeClr val="tx2"/>
          </a:solidFill>
          <a:latin typeface="Tahoma" pitchFamily="34" charset="0"/>
          <a:cs typeface="Arial" charset="0"/>
        </a:defRPr>
      </a:lvl2pPr>
      <a:lvl3pPr algn="l" rtl="0" eaLnBrk="0" fontAlgn="base" hangingPunct="0">
        <a:spcBef>
          <a:spcPct val="0"/>
        </a:spcBef>
        <a:spcAft>
          <a:spcPct val="0"/>
        </a:spcAft>
        <a:defRPr sz="4400">
          <a:solidFill>
            <a:schemeClr val="tx2"/>
          </a:solidFill>
          <a:latin typeface="Tahoma" pitchFamily="34" charset="0"/>
          <a:cs typeface="Arial" charset="0"/>
        </a:defRPr>
      </a:lvl3pPr>
      <a:lvl4pPr algn="l" rtl="0" eaLnBrk="0" fontAlgn="base" hangingPunct="0">
        <a:spcBef>
          <a:spcPct val="0"/>
        </a:spcBef>
        <a:spcAft>
          <a:spcPct val="0"/>
        </a:spcAft>
        <a:defRPr sz="4400">
          <a:solidFill>
            <a:schemeClr val="tx2"/>
          </a:solidFill>
          <a:latin typeface="Tahoma" pitchFamily="34" charset="0"/>
          <a:cs typeface="Arial" charset="0"/>
        </a:defRPr>
      </a:lvl4pPr>
      <a:lvl5pPr algn="l" rtl="0" eaLnBrk="0" fontAlgn="base" hangingPunct="0">
        <a:spcBef>
          <a:spcPct val="0"/>
        </a:spcBef>
        <a:spcAft>
          <a:spcPct val="0"/>
        </a:spcAft>
        <a:defRPr sz="4400">
          <a:solidFill>
            <a:schemeClr val="tx2"/>
          </a:solidFill>
          <a:latin typeface="Tahoma" pitchFamily="34" charset="0"/>
          <a:cs typeface="Arial" charset="0"/>
        </a:defRPr>
      </a:lvl5pPr>
      <a:lvl6pPr marL="457200" algn="l" rtl="0" fontAlgn="base">
        <a:spcBef>
          <a:spcPct val="0"/>
        </a:spcBef>
        <a:spcAft>
          <a:spcPct val="0"/>
        </a:spcAft>
        <a:defRPr sz="4400">
          <a:solidFill>
            <a:schemeClr val="tx2"/>
          </a:solidFill>
          <a:latin typeface="Tahoma" pitchFamily="34" charset="0"/>
          <a:cs typeface="Arial" charset="0"/>
        </a:defRPr>
      </a:lvl6pPr>
      <a:lvl7pPr marL="914400" algn="l" rtl="0" fontAlgn="base">
        <a:spcBef>
          <a:spcPct val="0"/>
        </a:spcBef>
        <a:spcAft>
          <a:spcPct val="0"/>
        </a:spcAft>
        <a:defRPr sz="4400">
          <a:solidFill>
            <a:schemeClr val="tx2"/>
          </a:solidFill>
          <a:latin typeface="Tahoma" pitchFamily="34" charset="0"/>
          <a:cs typeface="Arial" charset="0"/>
        </a:defRPr>
      </a:lvl7pPr>
      <a:lvl8pPr marL="1371600" algn="l" rtl="0" fontAlgn="base">
        <a:spcBef>
          <a:spcPct val="0"/>
        </a:spcBef>
        <a:spcAft>
          <a:spcPct val="0"/>
        </a:spcAft>
        <a:defRPr sz="4400">
          <a:solidFill>
            <a:schemeClr val="tx2"/>
          </a:solidFill>
          <a:latin typeface="Tahoma" pitchFamily="34" charset="0"/>
          <a:cs typeface="Arial" charset="0"/>
        </a:defRPr>
      </a:lvl8pPr>
      <a:lvl9pPr marL="1828800" algn="l" rtl="0" fontAlgn="base">
        <a:spcBef>
          <a:spcPct val="0"/>
        </a:spcBef>
        <a:spcAft>
          <a:spcPct val="0"/>
        </a:spcAft>
        <a:defRPr sz="4400">
          <a:solidFill>
            <a:schemeClr val="tx2"/>
          </a:solidFill>
          <a:latin typeface="Tahoma" pitchFamily="34" charset="0"/>
          <a:cs typeface="Arial" charset="0"/>
        </a:defRPr>
      </a:lvl9pPr>
    </p:titleStyle>
    <p:body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cs typeface="+mn-cs"/>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cs typeface="+mn-cs"/>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cs typeface="+mn-cs"/>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cs typeface="+mn-cs"/>
        </a:defRPr>
      </a:lvl5pPr>
      <a:lvl6pPr marL="25146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6pPr>
      <a:lvl7pPr marL="29718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7pPr>
      <a:lvl8pPr marL="34290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8pPr>
      <a:lvl9pPr marL="38862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9.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11.jpeg"/></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a:extLst>
              <a:ext uri="{FF2B5EF4-FFF2-40B4-BE49-F238E27FC236}">
                <a16:creationId xmlns:a16="http://schemas.microsoft.com/office/drawing/2014/main" id="{84A0FF4B-A473-4A6D-917B-731EF3101A28}"/>
              </a:ext>
            </a:extLst>
          </p:cNvPr>
          <p:cNvSpPr>
            <a:spLocks noGrp="1" noChangeArrowheads="1"/>
          </p:cNvSpPr>
          <p:nvPr>
            <p:ph type="ctrTitle"/>
          </p:nvPr>
        </p:nvSpPr>
        <p:spPr>
          <a:xfrm>
            <a:off x="990600" y="1828800"/>
            <a:ext cx="7541840" cy="1143000"/>
          </a:xfrm>
        </p:spPr>
        <p:txBody>
          <a:bodyPr/>
          <a:lstStyle/>
          <a:p>
            <a:pPr algn="l"/>
            <a:r>
              <a:rPr lang="en-GB" sz="2800" b="1" i="0" u="none" strike="noStrike" baseline="0" dirty="0">
                <a:solidFill>
                  <a:srgbClr val="0070C0"/>
                </a:solidFill>
              </a:rPr>
              <a:t>Occupational Specialist Component Content: Digital Production, Design  and Development</a:t>
            </a:r>
            <a:endParaRPr lang="en-GB" altLang="en-US" sz="2800" b="1" dirty="0">
              <a:solidFill>
                <a:srgbClr val="0070C0"/>
              </a:solidFill>
            </a:endParaRPr>
          </a:p>
        </p:txBody>
      </p:sp>
      <p:sp>
        <p:nvSpPr>
          <p:cNvPr id="4" name="TextBox 4">
            <a:extLst>
              <a:ext uri="{FF2B5EF4-FFF2-40B4-BE49-F238E27FC236}">
                <a16:creationId xmlns:a16="http://schemas.microsoft.com/office/drawing/2014/main" id="{A6B8EB1F-0C6E-404F-B5DE-EE88FE151636}"/>
              </a:ext>
            </a:extLst>
          </p:cNvPr>
          <p:cNvSpPr txBox="1">
            <a:spLocks noChangeArrowheads="1"/>
          </p:cNvSpPr>
          <p:nvPr/>
        </p:nvSpPr>
        <p:spPr bwMode="auto">
          <a:xfrm>
            <a:off x="265044" y="3645024"/>
            <a:ext cx="8613911" cy="2952328"/>
          </a:xfrm>
          <a:prstGeom prst="rect">
            <a:avLst/>
          </a:prstGeom>
          <a:noFill/>
          <a:ln>
            <a:noFill/>
          </a:ln>
        </p:spPr>
        <p:txBody>
          <a:bodyPr/>
          <a:lstStyle>
            <a:defPPr>
              <a:defRPr lang="en-GB"/>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r>
              <a:rPr lang="en-GB" sz="1400" b="0" i="0" u="none" strike="noStrike" baseline="0" dirty="0">
                <a:solidFill>
                  <a:srgbClr val="000000"/>
                </a:solidFill>
                <a:latin typeface="+mn-lt"/>
              </a:rPr>
              <a:t>The T Level T Level Technical Qualification in Digital: Digital Production, Design and Development includes a single Occupational Specialist Component. Therefore, there is a single synoptic assessment for the Occupational Specialist Component, which is an extended ‘design, development and implementation’ project. The synoptic element of the project is important in order to ensure that students are able to demonstrate threshold competence: this is the principal reason why the Occupational Specialism is assessed via a single extended project assessment to ensure that students are able to evidence all the skills required by the Performance Outcomes. </a:t>
            </a:r>
          </a:p>
          <a:p>
            <a:r>
              <a:rPr lang="en-GB" sz="1400" b="0" i="0" u="none" strike="noStrike" baseline="0" dirty="0">
                <a:solidFill>
                  <a:srgbClr val="000000"/>
                </a:solidFill>
                <a:latin typeface="+mn-lt"/>
              </a:rPr>
              <a:t>The T Level Technical Qualification in Digital: Digital Production, Design and Development Occupational Specialist Component consists of several activities grouped into four substantive tasks. </a:t>
            </a:r>
          </a:p>
          <a:p>
            <a:r>
              <a:rPr lang="en-GB" sz="1400" b="0" i="0" u="none" strike="noStrike" baseline="0" dirty="0">
                <a:solidFill>
                  <a:srgbClr val="000000"/>
                </a:solidFill>
                <a:latin typeface="+mn-lt"/>
              </a:rPr>
              <a:t>Each task will be completed during a window set by Pearson during which you will schedule supervised assessment sessions. In some cases, tasks will also involve opportunities for unsupervised activities where the requirements of the skills being assessed make this necessary.</a:t>
            </a:r>
            <a:endParaRPr lang="en-GB" altLang="en-US" sz="1400" dirty="0">
              <a:latin typeface="+mn-lt"/>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a:extLst>
              <a:ext uri="{FF2B5EF4-FFF2-40B4-BE49-F238E27FC236}">
                <a16:creationId xmlns:a16="http://schemas.microsoft.com/office/drawing/2014/main" id="{58B29101-E458-4999-AB1F-0DDCEE6400B5}"/>
              </a:ext>
            </a:extLst>
          </p:cNvPr>
          <p:cNvSpPr>
            <a:spLocks noGrp="1" noChangeArrowheads="1"/>
          </p:cNvSpPr>
          <p:nvPr>
            <p:ph type="title"/>
          </p:nvPr>
        </p:nvSpPr>
        <p:spPr>
          <a:xfrm>
            <a:off x="1403350" y="404813"/>
            <a:ext cx="7505700" cy="939800"/>
          </a:xfrm>
        </p:spPr>
        <p:txBody>
          <a:bodyPr/>
          <a:lstStyle/>
          <a:p>
            <a:pPr eaLnBrk="1" hangingPunct="1">
              <a:defRPr/>
            </a:pPr>
            <a:r>
              <a:rPr lang="en-GB" altLang="en-US" sz="3600" b="1" dirty="0">
                <a:solidFill>
                  <a:srgbClr val="0070C0"/>
                </a:solidFill>
                <a:latin typeface="+mn-lt"/>
              </a:rPr>
              <a:t>Learning Objective</a:t>
            </a:r>
            <a:r>
              <a:rPr lang="en-GB" altLang="en-US" sz="3600" b="1" dirty="0">
                <a:solidFill>
                  <a:srgbClr val="0070C0"/>
                </a:solidFill>
              </a:rPr>
              <a:t>s</a:t>
            </a:r>
          </a:p>
        </p:txBody>
      </p:sp>
      <p:sp>
        <p:nvSpPr>
          <p:cNvPr id="4099" name="Rectangle 3">
            <a:extLst>
              <a:ext uri="{FF2B5EF4-FFF2-40B4-BE49-F238E27FC236}">
                <a16:creationId xmlns:a16="http://schemas.microsoft.com/office/drawing/2014/main" id="{7DB3D3F9-BEED-428F-A8CE-878CE2C540AD}"/>
              </a:ext>
            </a:extLst>
          </p:cNvPr>
          <p:cNvSpPr>
            <a:spLocks noGrp="1" noChangeArrowheads="1"/>
          </p:cNvSpPr>
          <p:nvPr>
            <p:ph type="body" idx="1"/>
          </p:nvPr>
        </p:nvSpPr>
        <p:spPr>
          <a:xfrm>
            <a:off x="611560" y="2060848"/>
            <a:ext cx="7920880" cy="4032448"/>
          </a:xfrm>
        </p:spPr>
        <p:txBody>
          <a:bodyPr/>
          <a:lstStyle/>
          <a:p>
            <a:pPr eaLnBrk="1" hangingPunct="1">
              <a:defRPr/>
            </a:pPr>
            <a:r>
              <a:rPr lang="en-GB" sz="1800" b="1" dirty="0"/>
              <a:t>Aims:</a:t>
            </a:r>
          </a:p>
          <a:p>
            <a:pPr lvl="1" eaLnBrk="1" hangingPunct="1">
              <a:defRPr/>
            </a:pPr>
            <a:r>
              <a:rPr lang="en-GB" sz="1800" dirty="0"/>
              <a:t>To i</a:t>
            </a:r>
            <a:r>
              <a:rPr lang="en-GB" sz="1800" i="0" u="none" strike="noStrike" baseline="0" dirty="0"/>
              <a:t>dentify and manage risks that apply to software development</a:t>
            </a:r>
          </a:p>
          <a:p>
            <a:pPr lvl="1" eaLnBrk="1" hangingPunct="1">
              <a:defRPr/>
            </a:pPr>
            <a:endParaRPr lang="en-GB" sz="1800" i="0" u="none" strike="noStrike" baseline="0" dirty="0"/>
          </a:p>
          <a:p>
            <a:pPr eaLnBrk="1" hangingPunct="1">
              <a:defRPr/>
            </a:pPr>
            <a:r>
              <a:rPr lang="en-GB" sz="1800" b="1" dirty="0"/>
              <a:t>Objectives</a:t>
            </a:r>
            <a:r>
              <a:rPr lang="en-US" sz="1800" b="1" dirty="0"/>
              <a:t>:</a:t>
            </a:r>
          </a:p>
          <a:p>
            <a:pPr lvl="1" eaLnBrk="1" hangingPunct="1">
              <a:defRPr/>
            </a:pPr>
            <a:r>
              <a:rPr lang="en-US" sz="1800" dirty="0"/>
              <a:t>To be able to </a:t>
            </a:r>
            <a:r>
              <a:rPr lang="en-GB" sz="1800" b="0" i="0" u="none" strike="noStrike" baseline="0" dirty="0"/>
              <a:t>assess the potential risks associated with a developing a software product appropriate to the context and market environment in which it is being developed</a:t>
            </a:r>
          </a:p>
          <a:p>
            <a:pPr lvl="1"/>
            <a:endParaRPr lang="en-GB" sz="1800" b="0" i="0" u="none" strike="noStrike" baseline="0" dirty="0"/>
          </a:p>
          <a:p>
            <a:pPr lvl="1"/>
            <a:r>
              <a:rPr lang="en-GB" sz="1800" b="0" i="0" u="none" strike="noStrike" baseline="0" dirty="0"/>
              <a:t>To be able to make and justify software development decisions and recommendations based on effective assessment of risk vs reward in relation to the context and market environment in which they are developing software</a:t>
            </a:r>
            <a:endParaRPr lang="en-GB" sz="1800" i="0" u="none" strike="noStrike" baseline="0" dirty="0"/>
          </a:p>
          <a:p>
            <a:pPr lvl="1"/>
            <a:endParaRPr lang="en-GB" sz="1800" b="1" i="0" u="none" strike="noStrike" baseline="0" dirty="0"/>
          </a:p>
          <a:p>
            <a:pPr lvl="1" eaLnBrk="1" hangingPunct="1">
              <a:defRPr/>
            </a:pPr>
            <a:endParaRPr lang="en-US" sz="2000" dirty="0">
              <a:latin typeface="Arial" pitchFamily="34" charset="0"/>
            </a:endParaRPr>
          </a:p>
          <a:p>
            <a:pPr eaLnBrk="1" hangingPunct="1">
              <a:defRPr/>
            </a:pPr>
            <a:endParaRPr lang="en-US" sz="2000" b="1" dirty="0">
              <a:latin typeface="Arial" pitchFamily="34" charset="0"/>
            </a:endParaRPr>
          </a:p>
          <a:p>
            <a:pPr lvl="1" eaLnBrk="1" hangingPunct="1">
              <a:defRPr/>
            </a:pPr>
            <a:endParaRPr lang="en-GB" sz="2000" dirty="0"/>
          </a:p>
          <a:p>
            <a:pPr lvl="1" eaLnBrk="1" hangingPunct="1">
              <a:defRPr/>
            </a:pPr>
            <a:endParaRPr lang="en-GB" sz="2000" dirty="0"/>
          </a:p>
          <a:p>
            <a:pPr marL="457200" lvl="1" indent="0" eaLnBrk="1" hangingPunct="1">
              <a:buFont typeface="Wingdings" panose="05000000000000000000" pitchFamily="2" charset="2"/>
              <a:buNone/>
              <a:defRPr/>
            </a:pPr>
            <a:endParaRPr lang="en-GB" sz="2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384A07-FC7B-A532-C578-1D1DE16EEEE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DFDC321-5B13-B84A-A5D7-BAFEFE17B1FA}"/>
              </a:ext>
            </a:extLst>
          </p:cNvPr>
          <p:cNvSpPr>
            <a:spLocks noGrp="1"/>
          </p:cNvSpPr>
          <p:nvPr>
            <p:ph type="title"/>
          </p:nvPr>
        </p:nvSpPr>
        <p:spPr>
          <a:xfrm>
            <a:off x="1331640" y="404813"/>
            <a:ext cx="7577410" cy="939800"/>
          </a:xfrm>
        </p:spPr>
        <p:txBody>
          <a:bodyPr/>
          <a:lstStyle/>
          <a:p>
            <a:r>
              <a:rPr lang="en-GB" sz="3600" b="1" dirty="0">
                <a:solidFill>
                  <a:srgbClr val="0070C0"/>
                </a:solidFill>
              </a:rPr>
              <a:t>Risk in Software Development</a:t>
            </a:r>
          </a:p>
        </p:txBody>
      </p:sp>
      <p:sp>
        <p:nvSpPr>
          <p:cNvPr id="3" name="Content Placeholder 2">
            <a:extLst>
              <a:ext uri="{FF2B5EF4-FFF2-40B4-BE49-F238E27FC236}">
                <a16:creationId xmlns:a16="http://schemas.microsoft.com/office/drawing/2014/main" id="{6AC510D1-BF70-5045-376E-1F8F53AA5F92}"/>
              </a:ext>
            </a:extLst>
          </p:cNvPr>
          <p:cNvSpPr>
            <a:spLocks noGrp="1"/>
          </p:cNvSpPr>
          <p:nvPr>
            <p:ph idx="1"/>
          </p:nvPr>
        </p:nvSpPr>
        <p:spPr>
          <a:xfrm>
            <a:off x="383676" y="1928194"/>
            <a:ext cx="8136904" cy="360040"/>
          </a:xfrm>
        </p:spPr>
        <p:txBody>
          <a:bodyPr/>
          <a:lstStyle/>
          <a:p>
            <a:r>
              <a:rPr lang="en-GB" sz="1800" dirty="0"/>
              <a:t>Risk management in software development involves identifying, evaluating, and addressing threats that may affect the successful delivery of a product.</a:t>
            </a:r>
          </a:p>
        </p:txBody>
      </p:sp>
      <p:sp>
        <p:nvSpPr>
          <p:cNvPr id="5" name="Content Placeholder 2">
            <a:extLst>
              <a:ext uri="{FF2B5EF4-FFF2-40B4-BE49-F238E27FC236}">
                <a16:creationId xmlns:a16="http://schemas.microsoft.com/office/drawing/2014/main" id="{CE463D88-40D2-79C4-6FBF-1F7232154825}"/>
              </a:ext>
            </a:extLst>
          </p:cNvPr>
          <p:cNvSpPr txBox="1">
            <a:spLocks/>
          </p:cNvSpPr>
          <p:nvPr/>
        </p:nvSpPr>
        <p:spPr bwMode="auto">
          <a:xfrm>
            <a:off x="359224" y="3966364"/>
            <a:ext cx="4548364" cy="12068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cs typeface="+mn-cs"/>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cs typeface="+mn-cs"/>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cs typeface="+mn-cs"/>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cs typeface="+mn-cs"/>
              </a:defRPr>
            </a:lvl5pPr>
            <a:lvl6pPr marL="25146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6pPr>
            <a:lvl7pPr marL="29718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7pPr>
            <a:lvl8pPr marL="34290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8pPr>
            <a:lvl9pPr marL="38862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9pPr>
          </a:lstStyle>
          <a:p>
            <a:r>
              <a:rPr lang="en-GB" sz="1800" b="1" dirty="0"/>
              <a:t>Why It Matters:</a:t>
            </a:r>
          </a:p>
          <a:p>
            <a:pPr lvl="1"/>
            <a:r>
              <a:rPr lang="en-GB" sz="1800" dirty="0"/>
              <a:t>Effective risk management increases the chances of delivering a secure, high-quality product on time and within budget.</a:t>
            </a:r>
          </a:p>
        </p:txBody>
      </p:sp>
      <p:pic>
        <p:nvPicPr>
          <p:cNvPr id="17410" name="Picture 2" descr="5 Types of Software Development Risks ...">
            <a:extLst>
              <a:ext uri="{FF2B5EF4-FFF2-40B4-BE49-F238E27FC236}">
                <a16:creationId xmlns:a16="http://schemas.microsoft.com/office/drawing/2014/main" id="{AD12A939-D17C-3D58-C7A4-7EE072E164D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034997" y="3273696"/>
            <a:ext cx="3895291" cy="259213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7646940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66F321-D8F3-4879-ACE5-332C6DB48E14}"/>
              </a:ext>
            </a:extLst>
          </p:cNvPr>
          <p:cNvSpPr>
            <a:spLocks noGrp="1"/>
          </p:cNvSpPr>
          <p:nvPr>
            <p:ph type="title"/>
          </p:nvPr>
        </p:nvSpPr>
        <p:spPr>
          <a:xfrm>
            <a:off x="1331640" y="404813"/>
            <a:ext cx="7577410" cy="939800"/>
          </a:xfrm>
        </p:spPr>
        <p:txBody>
          <a:bodyPr/>
          <a:lstStyle/>
          <a:p>
            <a:r>
              <a:rPr lang="en-GB" sz="3600" b="1" dirty="0">
                <a:solidFill>
                  <a:srgbClr val="0070C0"/>
                </a:solidFill>
              </a:rPr>
              <a:t>Data and System Security</a:t>
            </a:r>
          </a:p>
        </p:txBody>
      </p:sp>
      <p:sp>
        <p:nvSpPr>
          <p:cNvPr id="3" name="Content Placeholder 2">
            <a:extLst>
              <a:ext uri="{FF2B5EF4-FFF2-40B4-BE49-F238E27FC236}">
                <a16:creationId xmlns:a16="http://schemas.microsoft.com/office/drawing/2014/main" id="{00DA3623-19E3-43EB-9543-9EE6C4B2A81D}"/>
              </a:ext>
            </a:extLst>
          </p:cNvPr>
          <p:cNvSpPr>
            <a:spLocks noGrp="1"/>
          </p:cNvSpPr>
          <p:nvPr>
            <p:ph idx="1"/>
          </p:nvPr>
        </p:nvSpPr>
        <p:spPr>
          <a:xfrm>
            <a:off x="383676" y="1928194"/>
            <a:ext cx="8136904" cy="360040"/>
          </a:xfrm>
        </p:spPr>
        <p:txBody>
          <a:bodyPr/>
          <a:lstStyle/>
          <a:p>
            <a:r>
              <a:rPr lang="en-GB" sz="1800" dirty="0"/>
              <a:t>Protecting sensitive information and maintaining system integrity is critical to user trust and regulatory compliance.</a:t>
            </a:r>
          </a:p>
        </p:txBody>
      </p:sp>
      <p:sp>
        <p:nvSpPr>
          <p:cNvPr id="4" name="Content Placeholder 2">
            <a:extLst>
              <a:ext uri="{FF2B5EF4-FFF2-40B4-BE49-F238E27FC236}">
                <a16:creationId xmlns:a16="http://schemas.microsoft.com/office/drawing/2014/main" id="{828A0B70-B505-D1BE-DB81-CE39180072BB}"/>
              </a:ext>
            </a:extLst>
          </p:cNvPr>
          <p:cNvSpPr txBox="1">
            <a:spLocks/>
          </p:cNvSpPr>
          <p:nvPr/>
        </p:nvSpPr>
        <p:spPr bwMode="auto">
          <a:xfrm>
            <a:off x="383676" y="2770070"/>
            <a:ext cx="8136904" cy="3600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cs typeface="+mn-cs"/>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cs typeface="+mn-cs"/>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cs typeface="+mn-cs"/>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cs typeface="+mn-cs"/>
              </a:defRPr>
            </a:lvl5pPr>
            <a:lvl6pPr marL="25146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6pPr>
            <a:lvl7pPr marL="29718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7pPr>
            <a:lvl8pPr marL="34290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8pPr>
            <a:lvl9pPr marL="38862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9pPr>
          </a:lstStyle>
          <a:p>
            <a:r>
              <a:rPr lang="en-GB" sz="1800" b="1" dirty="0"/>
              <a:t>Why It Matters: </a:t>
            </a:r>
            <a:r>
              <a:rPr lang="en-GB" sz="1800" dirty="0"/>
              <a:t>Breaches can cause data loss, financial damage, or legal penalties.</a:t>
            </a:r>
          </a:p>
        </p:txBody>
      </p:sp>
      <p:sp>
        <p:nvSpPr>
          <p:cNvPr id="5" name="Content Placeholder 2">
            <a:extLst>
              <a:ext uri="{FF2B5EF4-FFF2-40B4-BE49-F238E27FC236}">
                <a16:creationId xmlns:a16="http://schemas.microsoft.com/office/drawing/2014/main" id="{CD8C220F-DBF4-CA0A-0E70-8508720D6041}"/>
              </a:ext>
            </a:extLst>
          </p:cNvPr>
          <p:cNvSpPr txBox="1">
            <a:spLocks/>
          </p:cNvSpPr>
          <p:nvPr/>
        </p:nvSpPr>
        <p:spPr bwMode="auto">
          <a:xfrm>
            <a:off x="387624" y="3611947"/>
            <a:ext cx="4428492" cy="13508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cs typeface="+mn-cs"/>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cs typeface="+mn-cs"/>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cs typeface="+mn-cs"/>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cs typeface="+mn-cs"/>
              </a:defRPr>
            </a:lvl5pPr>
            <a:lvl6pPr marL="25146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6pPr>
            <a:lvl7pPr marL="29718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7pPr>
            <a:lvl8pPr marL="34290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8pPr>
            <a:lvl9pPr marL="38862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9pPr>
          </a:lstStyle>
          <a:p>
            <a:r>
              <a:rPr lang="en-GB" sz="1800" b="1" dirty="0"/>
              <a:t>Common Risks:</a:t>
            </a:r>
          </a:p>
          <a:p>
            <a:pPr lvl="1"/>
            <a:r>
              <a:rPr lang="en-GB" sz="1800" dirty="0"/>
              <a:t>Hacking and malware attacks</a:t>
            </a:r>
          </a:p>
          <a:p>
            <a:pPr lvl="1"/>
            <a:r>
              <a:rPr lang="en-GB" sz="1800" dirty="0"/>
              <a:t>Accidental data exposure</a:t>
            </a:r>
          </a:p>
          <a:p>
            <a:pPr lvl="1"/>
            <a:r>
              <a:rPr lang="en-GB" sz="1800" dirty="0"/>
              <a:t>Unencrypted data transfer</a:t>
            </a:r>
          </a:p>
        </p:txBody>
      </p:sp>
      <p:pic>
        <p:nvPicPr>
          <p:cNvPr id="1026" name="Picture 2" descr="Cybersecurity Insider Threat Statistics (Infographic)">
            <a:extLst>
              <a:ext uri="{FF2B5EF4-FFF2-40B4-BE49-F238E27FC236}">
                <a16:creationId xmlns:a16="http://schemas.microsoft.com/office/drawing/2014/main" id="{99688693-81D8-144A-D789-1714FB7FFD8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141689" y="3563091"/>
            <a:ext cx="3620250" cy="1810125"/>
          </a:xfrm>
          <a:prstGeom prst="rect">
            <a:avLst/>
          </a:prstGeom>
          <a:noFill/>
          <a:extLst>
            <a:ext uri="{909E8E84-426E-40DD-AFC4-6F175D3DCCD1}">
              <a14:hiddenFill xmlns:a14="http://schemas.microsoft.com/office/drawing/2010/main">
                <a:solidFill>
                  <a:srgbClr val="FFFFFF"/>
                </a:solidFill>
              </a14:hiddenFill>
            </a:ext>
          </a:extLst>
        </p:spPr>
      </p:pic>
      <p:sp>
        <p:nvSpPr>
          <p:cNvPr id="6" name="Content Placeholder 2">
            <a:extLst>
              <a:ext uri="{FF2B5EF4-FFF2-40B4-BE49-F238E27FC236}">
                <a16:creationId xmlns:a16="http://schemas.microsoft.com/office/drawing/2014/main" id="{C73CC1D8-F4A0-9EDA-A372-EB3AA5B32B2D}"/>
              </a:ext>
            </a:extLst>
          </p:cNvPr>
          <p:cNvSpPr txBox="1">
            <a:spLocks/>
          </p:cNvSpPr>
          <p:nvPr/>
        </p:nvSpPr>
        <p:spPr bwMode="auto">
          <a:xfrm>
            <a:off x="382061" y="5124838"/>
            <a:ext cx="5556476" cy="15232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cs typeface="+mn-cs"/>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cs typeface="+mn-cs"/>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cs typeface="+mn-cs"/>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cs typeface="+mn-cs"/>
              </a:defRPr>
            </a:lvl5pPr>
            <a:lvl6pPr marL="25146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6pPr>
            <a:lvl7pPr marL="29718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7pPr>
            <a:lvl8pPr marL="34290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8pPr>
            <a:lvl9pPr marL="38862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9pPr>
          </a:lstStyle>
          <a:p>
            <a:r>
              <a:rPr lang="en-GB" sz="1800" b="1" dirty="0"/>
              <a:t>Mitigation Strategies:</a:t>
            </a:r>
          </a:p>
          <a:p>
            <a:pPr lvl="1"/>
            <a:r>
              <a:rPr lang="en-GB" sz="1800" dirty="0"/>
              <a:t>Use encryption and secure authentication</a:t>
            </a:r>
          </a:p>
          <a:p>
            <a:pPr lvl="1"/>
            <a:r>
              <a:rPr lang="en-GB" sz="1800" dirty="0"/>
              <a:t>Regular security audits</a:t>
            </a:r>
          </a:p>
          <a:p>
            <a:pPr lvl="1"/>
            <a:r>
              <a:rPr lang="en-GB" sz="1800" dirty="0"/>
              <a:t>Train staff on cybersecurity protocols</a:t>
            </a:r>
          </a:p>
          <a:p>
            <a:pPr lvl="1"/>
            <a:endParaRPr lang="en-GB" sz="1800" dirty="0"/>
          </a:p>
        </p:txBody>
      </p:sp>
    </p:spTree>
    <p:extLst>
      <p:ext uri="{BB962C8B-B14F-4D97-AF65-F5344CB8AC3E}">
        <p14:creationId xmlns:p14="http://schemas.microsoft.com/office/powerpoint/2010/main" val="226111102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FCE756-610C-6562-4D61-6CCC3234067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F2E8AF2-3AD8-7593-E18E-BFC0DA7B416E}"/>
              </a:ext>
            </a:extLst>
          </p:cNvPr>
          <p:cNvSpPr>
            <a:spLocks noGrp="1"/>
          </p:cNvSpPr>
          <p:nvPr>
            <p:ph type="title"/>
          </p:nvPr>
        </p:nvSpPr>
        <p:spPr>
          <a:xfrm>
            <a:off x="1331640" y="404813"/>
            <a:ext cx="7416824" cy="939800"/>
          </a:xfrm>
        </p:spPr>
        <p:txBody>
          <a:bodyPr/>
          <a:lstStyle/>
          <a:p>
            <a:r>
              <a:rPr lang="en-GB" sz="3200" b="1" dirty="0">
                <a:solidFill>
                  <a:srgbClr val="0070C0"/>
                </a:solidFill>
              </a:rPr>
              <a:t>Compatibility with Other Systems</a:t>
            </a:r>
          </a:p>
        </p:txBody>
      </p:sp>
      <p:sp>
        <p:nvSpPr>
          <p:cNvPr id="3" name="Content Placeholder 2">
            <a:extLst>
              <a:ext uri="{FF2B5EF4-FFF2-40B4-BE49-F238E27FC236}">
                <a16:creationId xmlns:a16="http://schemas.microsoft.com/office/drawing/2014/main" id="{9CF1F75F-8155-BE5A-48B9-3558505444B2}"/>
              </a:ext>
            </a:extLst>
          </p:cNvPr>
          <p:cNvSpPr>
            <a:spLocks noGrp="1"/>
          </p:cNvSpPr>
          <p:nvPr>
            <p:ph idx="1"/>
          </p:nvPr>
        </p:nvSpPr>
        <p:spPr>
          <a:xfrm>
            <a:off x="383676" y="1928194"/>
            <a:ext cx="8136904" cy="360040"/>
          </a:xfrm>
        </p:spPr>
        <p:txBody>
          <a:bodyPr/>
          <a:lstStyle/>
          <a:p>
            <a:r>
              <a:rPr lang="en-GB" sz="1800" dirty="0"/>
              <a:t>Software often needs to work with other tools, operating systems, or legacy infrastructure.</a:t>
            </a:r>
          </a:p>
        </p:txBody>
      </p:sp>
      <p:sp>
        <p:nvSpPr>
          <p:cNvPr id="4" name="Content Placeholder 2">
            <a:extLst>
              <a:ext uri="{FF2B5EF4-FFF2-40B4-BE49-F238E27FC236}">
                <a16:creationId xmlns:a16="http://schemas.microsoft.com/office/drawing/2014/main" id="{6E313CB3-8B10-D223-3824-D17D938D0D9E}"/>
              </a:ext>
            </a:extLst>
          </p:cNvPr>
          <p:cNvSpPr txBox="1">
            <a:spLocks/>
          </p:cNvSpPr>
          <p:nvPr/>
        </p:nvSpPr>
        <p:spPr bwMode="auto">
          <a:xfrm>
            <a:off x="395536" y="2822613"/>
            <a:ext cx="8136904" cy="3600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cs typeface="+mn-cs"/>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cs typeface="+mn-cs"/>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cs typeface="+mn-cs"/>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cs typeface="+mn-cs"/>
              </a:defRPr>
            </a:lvl5pPr>
            <a:lvl6pPr marL="25146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6pPr>
            <a:lvl7pPr marL="29718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7pPr>
            <a:lvl8pPr marL="34290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8pPr>
            <a:lvl9pPr marL="38862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9pPr>
          </a:lstStyle>
          <a:p>
            <a:r>
              <a:rPr lang="en-GB" sz="1800" b="1" dirty="0"/>
              <a:t>Why It Matters: </a:t>
            </a:r>
            <a:r>
              <a:rPr lang="en-GB" sz="1800" dirty="0"/>
              <a:t>Incompatibility can lead to failures, reduced efficiency, and poor user experience.</a:t>
            </a:r>
          </a:p>
          <a:p>
            <a:pPr marL="0" indent="0">
              <a:buNone/>
            </a:pPr>
            <a:endParaRPr lang="en-GB" sz="1800" kern="0" dirty="0"/>
          </a:p>
        </p:txBody>
      </p:sp>
      <p:sp>
        <p:nvSpPr>
          <p:cNvPr id="5" name="Content Placeholder 2">
            <a:extLst>
              <a:ext uri="{FF2B5EF4-FFF2-40B4-BE49-F238E27FC236}">
                <a16:creationId xmlns:a16="http://schemas.microsoft.com/office/drawing/2014/main" id="{31E70427-F639-E385-A98E-C31A56E0048D}"/>
              </a:ext>
            </a:extLst>
          </p:cNvPr>
          <p:cNvSpPr txBox="1">
            <a:spLocks/>
          </p:cNvSpPr>
          <p:nvPr/>
        </p:nvSpPr>
        <p:spPr bwMode="auto">
          <a:xfrm>
            <a:off x="395536" y="3590631"/>
            <a:ext cx="4440352" cy="13505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cs typeface="+mn-cs"/>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cs typeface="+mn-cs"/>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cs typeface="+mn-cs"/>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cs typeface="+mn-cs"/>
              </a:defRPr>
            </a:lvl5pPr>
            <a:lvl6pPr marL="25146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6pPr>
            <a:lvl7pPr marL="29718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7pPr>
            <a:lvl8pPr marL="34290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8pPr>
            <a:lvl9pPr marL="38862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9pPr>
          </a:lstStyle>
          <a:p>
            <a:r>
              <a:rPr lang="en-GB" sz="1800" b="1" dirty="0"/>
              <a:t>Common Risks:</a:t>
            </a:r>
          </a:p>
          <a:p>
            <a:pPr lvl="1"/>
            <a:r>
              <a:rPr lang="en-GB" sz="1800" dirty="0"/>
              <a:t>Missing deadlines</a:t>
            </a:r>
          </a:p>
          <a:p>
            <a:pPr lvl="1"/>
            <a:r>
              <a:rPr lang="en-GB" sz="1800" dirty="0"/>
              <a:t>Underestimating project scope</a:t>
            </a:r>
          </a:p>
          <a:p>
            <a:pPr lvl="1"/>
            <a:r>
              <a:rPr lang="en-GB" sz="1800" dirty="0"/>
              <a:t>Skipping code reviews</a:t>
            </a:r>
          </a:p>
        </p:txBody>
      </p:sp>
      <p:sp>
        <p:nvSpPr>
          <p:cNvPr id="7" name="Content Placeholder 2">
            <a:extLst>
              <a:ext uri="{FF2B5EF4-FFF2-40B4-BE49-F238E27FC236}">
                <a16:creationId xmlns:a16="http://schemas.microsoft.com/office/drawing/2014/main" id="{5DE7D7CE-333C-C67A-D398-4FC64B109C1F}"/>
              </a:ext>
            </a:extLst>
          </p:cNvPr>
          <p:cNvSpPr txBox="1">
            <a:spLocks/>
          </p:cNvSpPr>
          <p:nvPr/>
        </p:nvSpPr>
        <p:spPr bwMode="auto">
          <a:xfrm>
            <a:off x="427484" y="5138095"/>
            <a:ext cx="5379538" cy="17199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cs typeface="+mn-cs"/>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cs typeface="+mn-cs"/>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cs typeface="+mn-cs"/>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cs typeface="+mn-cs"/>
              </a:defRPr>
            </a:lvl5pPr>
            <a:lvl6pPr marL="25146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6pPr>
            <a:lvl7pPr marL="29718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7pPr>
            <a:lvl8pPr marL="34290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8pPr>
            <a:lvl9pPr marL="38862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9pPr>
          </a:lstStyle>
          <a:p>
            <a:r>
              <a:rPr lang="en-GB" sz="1800" b="1" dirty="0"/>
              <a:t>Mitigation Strategies:</a:t>
            </a:r>
          </a:p>
          <a:p>
            <a:pPr lvl="1"/>
            <a:r>
              <a:rPr lang="en-GB" sz="1800" dirty="0"/>
              <a:t>Use Agile/Scrum to improve delivery</a:t>
            </a:r>
          </a:p>
          <a:p>
            <a:pPr lvl="1"/>
            <a:r>
              <a:rPr lang="en-GB" sz="1800" dirty="0"/>
              <a:t>Break work into manageable sprints</a:t>
            </a:r>
          </a:p>
          <a:p>
            <a:pPr lvl="1"/>
            <a:r>
              <a:rPr lang="en-GB" sz="1800" dirty="0"/>
              <a:t>Buffer time for unexpected issues</a:t>
            </a:r>
          </a:p>
        </p:txBody>
      </p:sp>
      <p:pic>
        <p:nvPicPr>
          <p:cNvPr id="9" name="Picture 8">
            <a:extLst>
              <a:ext uri="{FF2B5EF4-FFF2-40B4-BE49-F238E27FC236}">
                <a16:creationId xmlns:a16="http://schemas.microsoft.com/office/drawing/2014/main" id="{E70A0C85-1C7F-63AF-5702-5A3313900890}"/>
              </a:ext>
            </a:extLst>
          </p:cNvPr>
          <p:cNvPicPr>
            <a:picLocks noChangeAspect="1"/>
          </p:cNvPicPr>
          <p:nvPr/>
        </p:nvPicPr>
        <p:blipFill>
          <a:blip r:embed="rId3"/>
          <a:stretch>
            <a:fillRect/>
          </a:stretch>
        </p:blipFill>
        <p:spPr>
          <a:xfrm>
            <a:off x="5004048" y="3797623"/>
            <a:ext cx="4067944" cy="2287089"/>
          </a:xfrm>
          <a:prstGeom prst="rect">
            <a:avLst/>
          </a:prstGeom>
        </p:spPr>
      </p:pic>
    </p:spTree>
    <p:extLst>
      <p:ext uri="{BB962C8B-B14F-4D97-AF65-F5344CB8AC3E}">
        <p14:creationId xmlns:p14="http://schemas.microsoft.com/office/powerpoint/2010/main" val="252464499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AFBE7A-A6A8-8315-8FD4-A2045CD7599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0F0DB82-215F-EC73-1575-FB7D96D48737}"/>
              </a:ext>
            </a:extLst>
          </p:cNvPr>
          <p:cNvSpPr>
            <a:spLocks noGrp="1"/>
          </p:cNvSpPr>
          <p:nvPr>
            <p:ph type="title"/>
          </p:nvPr>
        </p:nvSpPr>
        <p:spPr>
          <a:xfrm>
            <a:off x="1331640" y="404813"/>
            <a:ext cx="7577410" cy="939800"/>
          </a:xfrm>
        </p:spPr>
        <p:txBody>
          <a:bodyPr/>
          <a:lstStyle/>
          <a:p>
            <a:r>
              <a:rPr lang="en-GB" sz="3600" b="1" dirty="0">
                <a:solidFill>
                  <a:srgbClr val="0070C0"/>
                </a:solidFill>
              </a:rPr>
              <a:t>Development Time Constraints</a:t>
            </a:r>
          </a:p>
        </p:txBody>
      </p:sp>
      <p:sp>
        <p:nvSpPr>
          <p:cNvPr id="3" name="Content Placeholder 2">
            <a:extLst>
              <a:ext uri="{FF2B5EF4-FFF2-40B4-BE49-F238E27FC236}">
                <a16:creationId xmlns:a16="http://schemas.microsoft.com/office/drawing/2014/main" id="{8D3E29F4-CC83-6E2E-8432-2FE147099FFD}"/>
              </a:ext>
            </a:extLst>
          </p:cNvPr>
          <p:cNvSpPr>
            <a:spLocks noGrp="1"/>
          </p:cNvSpPr>
          <p:nvPr>
            <p:ph idx="1"/>
          </p:nvPr>
        </p:nvSpPr>
        <p:spPr>
          <a:xfrm>
            <a:off x="383676" y="1928194"/>
            <a:ext cx="8136904" cy="564702"/>
          </a:xfrm>
        </p:spPr>
        <p:txBody>
          <a:bodyPr/>
          <a:lstStyle/>
          <a:p>
            <a:r>
              <a:rPr lang="en-GB" sz="1800" dirty="0"/>
              <a:t>Fast development cycles can pressure teams to cut corners, impacting quality.</a:t>
            </a:r>
          </a:p>
        </p:txBody>
      </p:sp>
      <p:sp>
        <p:nvSpPr>
          <p:cNvPr id="4" name="Content Placeholder 2">
            <a:extLst>
              <a:ext uri="{FF2B5EF4-FFF2-40B4-BE49-F238E27FC236}">
                <a16:creationId xmlns:a16="http://schemas.microsoft.com/office/drawing/2014/main" id="{7CC4624E-D38B-2C51-4442-A065F195F637}"/>
              </a:ext>
            </a:extLst>
          </p:cNvPr>
          <p:cNvSpPr txBox="1">
            <a:spLocks/>
          </p:cNvSpPr>
          <p:nvPr/>
        </p:nvSpPr>
        <p:spPr bwMode="auto">
          <a:xfrm>
            <a:off x="383676" y="2708920"/>
            <a:ext cx="8136904" cy="3600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cs typeface="+mn-cs"/>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cs typeface="+mn-cs"/>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cs typeface="+mn-cs"/>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cs typeface="+mn-cs"/>
              </a:defRPr>
            </a:lvl5pPr>
            <a:lvl6pPr marL="25146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6pPr>
            <a:lvl7pPr marL="29718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7pPr>
            <a:lvl8pPr marL="34290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8pPr>
            <a:lvl9pPr marL="38862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9pPr>
          </a:lstStyle>
          <a:p>
            <a:r>
              <a:rPr lang="en-GB" sz="1800" b="1" dirty="0"/>
              <a:t>Why It Matters</a:t>
            </a:r>
            <a:r>
              <a:rPr lang="en-GB" sz="1800" dirty="0"/>
              <a:t>: Rushing can result in overlooked bugs, design flaws, or incomplete features.</a:t>
            </a:r>
          </a:p>
        </p:txBody>
      </p:sp>
      <p:sp>
        <p:nvSpPr>
          <p:cNvPr id="5" name="Content Placeholder 2">
            <a:extLst>
              <a:ext uri="{FF2B5EF4-FFF2-40B4-BE49-F238E27FC236}">
                <a16:creationId xmlns:a16="http://schemas.microsoft.com/office/drawing/2014/main" id="{725B1A93-24B7-0CC3-EF9B-E34811826FA7}"/>
              </a:ext>
            </a:extLst>
          </p:cNvPr>
          <p:cNvSpPr txBox="1">
            <a:spLocks/>
          </p:cNvSpPr>
          <p:nvPr/>
        </p:nvSpPr>
        <p:spPr bwMode="auto">
          <a:xfrm>
            <a:off x="383676" y="3573016"/>
            <a:ext cx="4176464" cy="14401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cs typeface="+mn-cs"/>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cs typeface="+mn-cs"/>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cs typeface="+mn-cs"/>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cs typeface="+mn-cs"/>
              </a:defRPr>
            </a:lvl5pPr>
            <a:lvl6pPr marL="25146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6pPr>
            <a:lvl7pPr marL="29718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7pPr>
            <a:lvl8pPr marL="34290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8pPr>
            <a:lvl9pPr marL="38862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9pPr>
          </a:lstStyle>
          <a:p>
            <a:r>
              <a:rPr lang="en-GB" sz="1800" b="1" dirty="0"/>
              <a:t>Common Risks:</a:t>
            </a:r>
          </a:p>
          <a:p>
            <a:pPr lvl="1"/>
            <a:r>
              <a:rPr lang="en-GB" sz="1800" dirty="0"/>
              <a:t>Missing deadlines</a:t>
            </a:r>
          </a:p>
          <a:p>
            <a:pPr lvl="1"/>
            <a:r>
              <a:rPr lang="en-GB" sz="1800" dirty="0"/>
              <a:t>Underestimating project scope</a:t>
            </a:r>
          </a:p>
          <a:p>
            <a:pPr lvl="1"/>
            <a:r>
              <a:rPr lang="en-GB" sz="1800" dirty="0"/>
              <a:t>Skipping code reviews</a:t>
            </a:r>
          </a:p>
          <a:p>
            <a:pPr lvl="1"/>
            <a:endParaRPr lang="en-GB" sz="1800" dirty="0"/>
          </a:p>
        </p:txBody>
      </p:sp>
      <p:sp>
        <p:nvSpPr>
          <p:cNvPr id="6" name="Content Placeholder 2">
            <a:extLst>
              <a:ext uri="{FF2B5EF4-FFF2-40B4-BE49-F238E27FC236}">
                <a16:creationId xmlns:a16="http://schemas.microsoft.com/office/drawing/2014/main" id="{6330B802-D0D8-6EBE-B361-9DDC2A5984FF}"/>
              </a:ext>
            </a:extLst>
          </p:cNvPr>
          <p:cNvSpPr txBox="1">
            <a:spLocks/>
          </p:cNvSpPr>
          <p:nvPr/>
        </p:nvSpPr>
        <p:spPr bwMode="auto">
          <a:xfrm>
            <a:off x="395536" y="5157192"/>
            <a:ext cx="5400600" cy="14401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cs typeface="+mn-cs"/>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cs typeface="+mn-cs"/>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cs typeface="+mn-cs"/>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cs typeface="+mn-cs"/>
              </a:defRPr>
            </a:lvl5pPr>
            <a:lvl6pPr marL="25146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6pPr>
            <a:lvl7pPr marL="29718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7pPr>
            <a:lvl8pPr marL="34290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8pPr>
            <a:lvl9pPr marL="38862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9pPr>
          </a:lstStyle>
          <a:p>
            <a:r>
              <a:rPr lang="en-GB" sz="1800" b="1" dirty="0"/>
              <a:t>Mitigation Strategies:</a:t>
            </a:r>
          </a:p>
          <a:p>
            <a:pPr lvl="1"/>
            <a:r>
              <a:rPr lang="en-GB" sz="1800" dirty="0"/>
              <a:t>Use Agile/Scrum to improve delivery</a:t>
            </a:r>
          </a:p>
          <a:p>
            <a:pPr lvl="1"/>
            <a:r>
              <a:rPr lang="en-GB" sz="1800" dirty="0"/>
              <a:t>Break work into manageable sprints</a:t>
            </a:r>
          </a:p>
          <a:p>
            <a:pPr lvl="1"/>
            <a:r>
              <a:rPr lang="en-GB" sz="1800" dirty="0"/>
              <a:t>Buffer time for unexpected issues</a:t>
            </a:r>
          </a:p>
          <a:p>
            <a:pPr lvl="1"/>
            <a:endParaRPr lang="en-GB" sz="1800" dirty="0"/>
          </a:p>
        </p:txBody>
      </p:sp>
      <p:pic>
        <p:nvPicPr>
          <p:cNvPr id="1026" name="Picture 2" descr="Guide to Software Development Time Estimation">
            <a:extLst>
              <a:ext uri="{FF2B5EF4-FFF2-40B4-BE49-F238E27FC236}">
                <a16:creationId xmlns:a16="http://schemas.microsoft.com/office/drawing/2014/main" id="{233772F3-5FE1-716B-ADF2-32EBF16B2BC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460801" y="3773117"/>
            <a:ext cx="3287663" cy="192448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5457977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939D9E-66C1-3813-F695-AC73F661375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65BD880-A751-DBC6-CC02-230E3CC3A727}"/>
              </a:ext>
            </a:extLst>
          </p:cNvPr>
          <p:cNvSpPr>
            <a:spLocks noGrp="1"/>
          </p:cNvSpPr>
          <p:nvPr>
            <p:ph type="title"/>
          </p:nvPr>
        </p:nvSpPr>
        <p:spPr>
          <a:xfrm>
            <a:off x="1331640" y="404813"/>
            <a:ext cx="7577410" cy="939800"/>
          </a:xfrm>
        </p:spPr>
        <p:txBody>
          <a:bodyPr/>
          <a:lstStyle/>
          <a:p>
            <a:r>
              <a:rPr lang="en-GB" sz="3200" b="1" dirty="0">
                <a:solidFill>
                  <a:srgbClr val="0070C0"/>
                </a:solidFill>
              </a:rPr>
              <a:t>Requirements and KPIs Compliance</a:t>
            </a:r>
          </a:p>
        </p:txBody>
      </p:sp>
      <p:sp>
        <p:nvSpPr>
          <p:cNvPr id="3" name="Content Placeholder 2">
            <a:extLst>
              <a:ext uri="{FF2B5EF4-FFF2-40B4-BE49-F238E27FC236}">
                <a16:creationId xmlns:a16="http://schemas.microsoft.com/office/drawing/2014/main" id="{EDC73B3B-6350-AF75-9A56-395130D5A15A}"/>
              </a:ext>
            </a:extLst>
          </p:cNvPr>
          <p:cNvSpPr>
            <a:spLocks noGrp="1"/>
          </p:cNvSpPr>
          <p:nvPr>
            <p:ph idx="1"/>
          </p:nvPr>
        </p:nvSpPr>
        <p:spPr>
          <a:xfrm>
            <a:off x="383676" y="1928194"/>
            <a:ext cx="8136904" cy="360040"/>
          </a:xfrm>
        </p:spPr>
        <p:txBody>
          <a:bodyPr/>
          <a:lstStyle/>
          <a:p>
            <a:r>
              <a:rPr lang="en-GB" sz="1800" dirty="0"/>
              <a:t>Software must fulfil both user-defined requirements and performance goals.</a:t>
            </a:r>
          </a:p>
        </p:txBody>
      </p:sp>
      <p:sp>
        <p:nvSpPr>
          <p:cNvPr id="4" name="Content Placeholder 2">
            <a:extLst>
              <a:ext uri="{FF2B5EF4-FFF2-40B4-BE49-F238E27FC236}">
                <a16:creationId xmlns:a16="http://schemas.microsoft.com/office/drawing/2014/main" id="{7BB5982B-D746-1C50-DC5A-AAB55EFD3AA4}"/>
              </a:ext>
            </a:extLst>
          </p:cNvPr>
          <p:cNvSpPr txBox="1">
            <a:spLocks/>
          </p:cNvSpPr>
          <p:nvPr/>
        </p:nvSpPr>
        <p:spPr bwMode="auto">
          <a:xfrm>
            <a:off x="395536" y="2760560"/>
            <a:ext cx="8136904" cy="3600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cs typeface="+mn-cs"/>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cs typeface="+mn-cs"/>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cs typeface="+mn-cs"/>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cs typeface="+mn-cs"/>
              </a:defRPr>
            </a:lvl5pPr>
            <a:lvl6pPr marL="25146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6pPr>
            <a:lvl7pPr marL="29718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7pPr>
            <a:lvl8pPr marL="34290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8pPr>
            <a:lvl9pPr marL="38862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9pPr>
          </a:lstStyle>
          <a:p>
            <a:r>
              <a:rPr lang="en-GB" sz="1800" b="1" dirty="0"/>
              <a:t>Why It Matters: </a:t>
            </a:r>
            <a:r>
              <a:rPr lang="en-GB" sz="1800" dirty="0"/>
              <a:t>Missing either type leads to dissatisfaction or system failure.</a:t>
            </a:r>
          </a:p>
        </p:txBody>
      </p:sp>
      <p:sp>
        <p:nvSpPr>
          <p:cNvPr id="5" name="Content Placeholder 2">
            <a:extLst>
              <a:ext uri="{FF2B5EF4-FFF2-40B4-BE49-F238E27FC236}">
                <a16:creationId xmlns:a16="http://schemas.microsoft.com/office/drawing/2014/main" id="{628D19AE-1E50-3B38-BA72-D624D01FD185}"/>
              </a:ext>
            </a:extLst>
          </p:cNvPr>
          <p:cNvSpPr txBox="1">
            <a:spLocks/>
          </p:cNvSpPr>
          <p:nvPr/>
        </p:nvSpPr>
        <p:spPr bwMode="auto">
          <a:xfrm>
            <a:off x="395536" y="3590325"/>
            <a:ext cx="4724809" cy="14249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cs typeface="+mn-cs"/>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cs typeface="+mn-cs"/>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cs typeface="+mn-cs"/>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cs typeface="+mn-cs"/>
              </a:defRPr>
            </a:lvl5pPr>
            <a:lvl6pPr marL="25146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6pPr>
            <a:lvl7pPr marL="29718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7pPr>
            <a:lvl8pPr marL="34290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8pPr>
            <a:lvl9pPr marL="38862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9pPr>
          </a:lstStyle>
          <a:p>
            <a:r>
              <a:rPr lang="en-GB" sz="1800" b="1" dirty="0"/>
              <a:t>Common Risks:</a:t>
            </a:r>
          </a:p>
          <a:p>
            <a:pPr lvl="1"/>
            <a:r>
              <a:rPr lang="en-GB" sz="1800" dirty="0"/>
              <a:t>Features not matching user stories</a:t>
            </a:r>
          </a:p>
          <a:p>
            <a:pPr lvl="1"/>
            <a:r>
              <a:rPr lang="en-GB" sz="1800" dirty="0"/>
              <a:t>Poor response time or uptime</a:t>
            </a:r>
          </a:p>
          <a:p>
            <a:pPr lvl="1"/>
            <a:r>
              <a:rPr lang="en-GB" sz="1800" dirty="0"/>
              <a:t>Lack of accessibility</a:t>
            </a:r>
          </a:p>
          <a:p>
            <a:pPr lvl="1"/>
            <a:endParaRPr lang="en-GB" sz="1800" dirty="0"/>
          </a:p>
        </p:txBody>
      </p:sp>
      <p:sp>
        <p:nvSpPr>
          <p:cNvPr id="6" name="Content Placeholder 2">
            <a:extLst>
              <a:ext uri="{FF2B5EF4-FFF2-40B4-BE49-F238E27FC236}">
                <a16:creationId xmlns:a16="http://schemas.microsoft.com/office/drawing/2014/main" id="{D01C7BE8-EB51-C50D-4C91-C02096061546}"/>
              </a:ext>
            </a:extLst>
          </p:cNvPr>
          <p:cNvSpPr txBox="1">
            <a:spLocks/>
          </p:cNvSpPr>
          <p:nvPr/>
        </p:nvSpPr>
        <p:spPr bwMode="auto">
          <a:xfrm>
            <a:off x="362505" y="5062273"/>
            <a:ext cx="5001583" cy="1607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cs typeface="+mn-cs"/>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cs typeface="+mn-cs"/>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cs typeface="+mn-cs"/>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cs typeface="+mn-cs"/>
              </a:defRPr>
            </a:lvl5pPr>
            <a:lvl6pPr marL="25146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6pPr>
            <a:lvl7pPr marL="29718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7pPr>
            <a:lvl8pPr marL="34290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8pPr>
            <a:lvl9pPr marL="38862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9pPr>
          </a:lstStyle>
          <a:p>
            <a:r>
              <a:rPr lang="en-GB" sz="1800" b="1" dirty="0"/>
              <a:t>Mitigation Strategies:</a:t>
            </a:r>
          </a:p>
          <a:p>
            <a:pPr lvl="1"/>
            <a:r>
              <a:rPr lang="en-GB" sz="1800" dirty="0"/>
              <a:t>Use a requirements traceability matrix</a:t>
            </a:r>
          </a:p>
          <a:p>
            <a:pPr lvl="1"/>
            <a:r>
              <a:rPr lang="en-GB" sz="1800" dirty="0"/>
              <a:t>Monitor KPIs throughout the SDLC</a:t>
            </a:r>
          </a:p>
          <a:p>
            <a:pPr lvl="1"/>
            <a:r>
              <a:rPr lang="en-GB" sz="1800" dirty="0"/>
              <a:t>Conduct acceptance testing</a:t>
            </a:r>
          </a:p>
          <a:p>
            <a:pPr lvl="1"/>
            <a:endParaRPr lang="en-GB" sz="1800" dirty="0"/>
          </a:p>
        </p:txBody>
      </p:sp>
      <p:sp>
        <p:nvSpPr>
          <p:cNvPr id="10" name="AutoShape 8" descr="software development kpis division">
            <a:extLst>
              <a:ext uri="{FF2B5EF4-FFF2-40B4-BE49-F238E27FC236}">
                <a16:creationId xmlns:a16="http://schemas.microsoft.com/office/drawing/2014/main" id="{D9FB69B0-2E08-5484-F237-54335BE72106}"/>
              </a:ext>
            </a:extLst>
          </p:cNvPr>
          <p:cNvSpPr>
            <a:spLocks noChangeAspect="1" noChangeArrowheads="1"/>
          </p:cNvSpPr>
          <p:nvPr/>
        </p:nvSpPr>
        <p:spPr bwMode="auto">
          <a:xfrm>
            <a:off x="4419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a:p>
        </p:txBody>
      </p:sp>
      <p:pic>
        <p:nvPicPr>
          <p:cNvPr id="2058" name="Picture 10" descr="11 software development KPIs you should measure | CodiLime">
            <a:extLst>
              <a:ext uri="{FF2B5EF4-FFF2-40B4-BE49-F238E27FC236}">
                <a16:creationId xmlns:a16="http://schemas.microsoft.com/office/drawing/2014/main" id="{35221018-EDC9-BD67-7367-7C60F8D747D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281311" y="3933056"/>
            <a:ext cx="3500184" cy="177224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3884785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DD9B06-0BEC-561B-D475-DF270758054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6595D5B-D7F4-04AD-DFF7-E1073FEDCDA8}"/>
              </a:ext>
            </a:extLst>
          </p:cNvPr>
          <p:cNvSpPr>
            <a:spLocks noGrp="1"/>
          </p:cNvSpPr>
          <p:nvPr>
            <p:ph type="title"/>
          </p:nvPr>
        </p:nvSpPr>
        <p:spPr>
          <a:xfrm>
            <a:off x="1331640" y="404813"/>
            <a:ext cx="7577410" cy="939800"/>
          </a:xfrm>
        </p:spPr>
        <p:txBody>
          <a:bodyPr/>
          <a:lstStyle/>
          <a:p>
            <a:r>
              <a:rPr lang="en-GB" sz="3200" b="1" dirty="0">
                <a:solidFill>
                  <a:srgbClr val="0070C0"/>
                </a:solidFill>
              </a:rPr>
              <a:t>Legal and Ethical Risk Areas</a:t>
            </a:r>
          </a:p>
        </p:txBody>
      </p:sp>
      <p:sp>
        <p:nvSpPr>
          <p:cNvPr id="3" name="Content Placeholder 2">
            <a:extLst>
              <a:ext uri="{FF2B5EF4-FFF2-40B4-BE49-F238E27FC236}">
                <a16:creationId xmlns:a16="http://schemas.microsoft.com/office/drawing/2014/main" id="{BBF07A6B-2724-9C34-4655-43E2B99D6288}"/>
              </a:ext>
            </a:extLst>
          </p:cNvPr>
          <p:cNvSpPr>
            <a:spLocks noGrp="1"/>
          </p:cNvSpPr>
          <p:nvPr>
            <p:ph idx="1"/>
          </p:nvPr>
        </p:nvSpPr>
        <p:spPr>
          <a:xfrm>
            <a:off x="383676" y="1928194"/>
            <a:ext cx="8136904" cy="360040"/>
          </a:xfrm>
        </p:spPr>
        <p:txBody>
          <a:bodyPr/>
          <a:lstStyle/>
          <a:p>
            <a:r>
              <a:rPr lang="en-GB" sz="1800" dirty="0"/>
              <a:t>Software must comply with legal standards and avoid unethical behaviour, especially around user data.</a:t>
            </a:r>
          </a:p>
        </p:txBody>
      </p:sp>
      <p:sp>
        <p:nvSpPr>
          <p:cNvPr id="4" name="Content Placeholder 2">
            <a:extLst>
              <a:ext uri="{FF2B5EF4-FFF2-40B4-BE49-F238E27FC236}">
                <a16:creationId xmlns:a16="http://schemas.microsoft.com/office/drawing/2014/main" id="{9F30CA2D-1443-7BBD-EDD6-AB033EDD53A1}"/>
              </a:ext>
            </a:extLst>
          </p:cNvPr>
          <p:cNvSpPr txBox="1">
            <a:spLocks/>
          </p:cNvSpPr>
          <p:nvPr/>
        </p:nvSpPr>
        <p:spPr bwMode="auto">
          <a:xfrm>
            <a:off x="396202" y="2716147"/>
            <a:ext cx="8136904" cy="3600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cs typeface="+mn-cs"/>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cs typeface="+mn-cs"/>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cs typeface="+mn-cs"/>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cs typeface="+mn-cs"/>
              </a:defRPr>
            </a:lvl5pPr>
            <a:lvl6pPr marL="25146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6pPr>
            <a:lvl7pPr marL="29718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7pPr>
            <a:lvl8pPr marL="34290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8pPr>
            <a:lvl9pPr marL="38862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9pPr>
          </a:lstStyle>
          <a:p>
            <a:r>
              <a:rPr lang="en-GB" sz="1800" b="1" dirty="0"/>
              <a:t>Why It Matters: </a:t>
            </a:r>
            <a:r>
              <a:rPr lang="en-GB" sz="1800" dirty="0"/>
              <a:t>Non-compliance can lead to lawsuits, fines, or user backlash.</a:t>
            </a:r>
          </a:p>
        </p:txBody>
      </p:sp>
      <p:sp>
        <p:nvSpPr>
          <p:cNvPr id="5" name="Content Placeholder 2">
            <a:extLst>
              <a:ext uri="{FF2B5EF4-FFF2-40B4-BE49-F238E27FC236}">
                <a16:creationId xmlns:a16="http://schemas.microsoft.com/office/drawing/2014/main" id="{1E47009B-9357-3D12-C717-7F07E7EAC2E7}"/>
              </a:ext>
            </a:extLst>
          </p:cNvPr>
          <p:cNvSpPr txBox="1">
            <a:spLocks/>
          </p:cNvSpPr>
          <p:nvPr/>
        </p:nvSpPr>
        <p:spPr bwMode="auto">
          <a:xfrm>
            <a:off x="415691" y="3532184"/>
            <a:ext cx="4176464" cy="14401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cs typeface="+mn-cs"/>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cs typeface="+mn-cs"/>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cs typeface="+mn-cs"/>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cs typeface="+mn-cs"/>
              </a:defRPr>
            </a:lvl5pPr>
            <a:lvl6pPr marL="25146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6pPr>
            <a:lvl7pPr marL="29718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7pPr>
            <a:lvl8pPr marL="34290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8pPr>
            <a:lvl9pPr marL="38862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9pPr>
          </a:lstStyle>
          <a:p>
            <a:r>
              <a:rPr lang="en-GB" sz="1800" b="1" dirty="0"/>
              <a:t>Common Risks:</a:t>
            </a:r>
          </a:p>
          <a:p>
            <a:pPr lvl="1"/>
            <a:r>
              <a:rPr lang="en-GB" sz="1800" dirty="0"/>
              <a:t>Breach of data protection laws</a:t>
            </a:r>
          </a:p>
          <a:p>
            <a:pPr lvl="1"/>
            <a:r>
              <a:rPr lang="en-GB" sz="1800" dirty="0"/>
              <a:t>Intellectual property violations</a:t>
            </a:r>
          </a:p>
          <a:p>
            <a:pPr lvl="1"/>
            <a:r>
              <a:rPr lang="en-GB" sz="1800" dirty="0"/>
              <a:t>Algorithmic bias</a:t>
            </a:r>
          </a:p>
          <a:p>
            <a:pPr lvl="1"/>
            <a:endParaRPr lang="en-GB" sz="1800" dirty="0"/>
          </a:p>
        </p:txBody>
      </p:sp>
      <p:sp>
        <p:nvSpPr>
          <p:cNvPr id="6" name="Content Placeholder 2">
            <a:extLst>
              <a:ext uri="{FF2B5EF4-FFF2-40B4-BE49-F238E27FC236}">
                <a16:creationId xmlns:a16="http://schemas.microsoft.com/office/drawing/2014/main" id="{A6EE25C7-7342-0FA4-5DC7-EE458BB424B6}"/>
              </a:ext>
            </a:extLst>
          </p:cNvPr>
          <p:cNvSpPr txBox="1">
            <a:spLocks/>
          </p:cNvSpPr>
          <p:nvPr/>
        </p:nvSpPr>
        <p:spPr bwMode="auto">
          <a:xfrm>
            <a:off x="422054" y="5147110"/>
            <a:ext cx="4548364" cy="13060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cs typeface="+mn-cs"/>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cs typeface="+mn-cs"/>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cs typeface="+mn-cs"/>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cs typeface="+mn-cs"/>
              </a:defRPr>
            </a:lvl5pPr>
            <a:lvl6pPr marL="25146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6pPr>
            <a:lvl7pPr marL="29718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7pPr>
            <a:lvl8pPr marL="34290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8pPr>
            <a:lvl9pPr marL="38862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9pPr>
          </a:lstStyle>
          <a:p>
            <a:r>
              <a:rPr lang="en-GB" sz="1800" b="1" dirty="0"/>
              <a:t>Mitigation Strategies:</a:t>
            </a:r>
          </a:p>
          <a:p>
            <a:pPr lvl="1"/>
            <a:r>
              <a:rPr lang="en-GB" sz="1800" dirty="0"/>
              <a:t>Comply with GDPR, CCPA, etc.</a:t>
            </a:r>
          </a:p>
          <a:p>
            <a:pPr lvl="1"/>
            <a:r>
              <a:rPr lang="en-GB" sz="1800" dirty="0"/>
              <a:t>Conduct ethical reviews and audits</a:t>
            </a:r>
          </a:p>
          <a:p>
            <a:pPr lvl="1"/>
            <a:r>
              <a:rPr lang="en-GB" sz="1800" dirty="0"/>
              <a:t>Use open-source responsibly</a:t>
            </a:r>
          </a:p>
          <a:p>
            <a:endParaRPr lang="en-GB" sz="1800" dirty="0"/>
          </a:p>
          <a:p>
            <a:pPr lvl="1"/>
            <a:endParaRPr lang="en-GB" sz="1800" dirty="0"/>
          </a:p>
        </p:txBody>
      </p:sp>
      <p:pic>
        <p:nvPicPr>
          <p:cNvPr id="3074" name="Picture 2" descr="Ethical Considerations in AI Software Development">
            <a:extLst>
              <a:ext uri="{FF2B5EF4-FFF2-40B4-BE49-F238E27FC236}">
                <a16:creationId xmlns:a16="http://schemas.microsoft.com/office/drawing/2014/main" id="{99D1C0AE-93D9-9B34-7EDB-CB3F64478AC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717347" y="3212976"/>
            <a:ext cx="1780045" cy="1630510"/>
          </a:xfrm>
          <a:prstGeom prst="rect">
            <a:avLst/>
          </a:prstGeom>
          <a:noFill/>
          <a:extLst>
            <a:ext uri="{909E8E84-426E-40DD-AFC4-6F175D3DCCD1}">
              <a14:hiddenFill xmlns:a14="http://schemas.microsoft.com/office/drawing/2010/main">
                <a:solidFill>
                  <a:srgbClr val="FFFFFF"/>
                </a:solidFill>
              </a14:hiddenFill>
            </a:ext>
          </a:extLst>
        </p:spPr>
      </p:pic>
      <p:pic>
        <p:nvPicPr>
          <p:cNvPr id="3076" name="Picture 4" descr="Legal concerns in software engineering | Download Scientific Diagram">
            <a:extLst>
              <a:ext uri="{FF2B5EF4-FFF2-40B4-BE49-F238E27FC236}">
                <a16:creationId xmlns:a16="http://schemas.microsoft.com/office/drawing/2014/main" id="{71AEB3EA-7EE2-41C0-BECC-01AEA1E999A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343933" y="5162135"/>
            <a:ext cx="1872208" cy="151135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6329953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C4FAC4-BD8A-AB0C-7831-E10305FF11E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02C8925-FCF0-4BE9-0288-35B53DDBEAAE}"/>
              </a:ext>
            </a:extLst>
          </p:cNvPr>
          <p:cNvSpPr>
            <a:spLocks noGrp="1"/>
          </p:cNvSpPr>
          <p:nvPr>
            <p:ph type="title"/>
          </p:nvPr>
        </p:nvSpPr>
        <p:spPr>
          <a:xfrm>
            <a:off x="1503375" y="432072"/>
            <a:ext cx="7577410" cy="939800"/>
          </a:xfrm>
        </p:spPr>
        <p:txBody>
          <a:bodyPr/>
          <a:lstStyle/>
          <a:p>
            <a:r>
              <a:rPr lang="en-GB" sz="3600" b="1" dirty="0">
                <a:solidFill>
                  <a:srgbClr val="0070C0"/>
                </a:solidFill>
              </a:rPr>
              <a:t>User Engagement Risks</a:t>
            </a:r>
          </a:p>
        </p:txBody>
      </p:sp>
      <p:sp>
        <p:nvSpPr>
          <p:cNvPr id="3" name="Content Placeholder 2">
            <a:extLst>
              <a:ext uri="{FF2B5EF4-FFF2-40B4-BE49-F238E27FC236}">
                <a16:creationId xmlns:a16="http://schemas.microsoft.com/office/drawing/2014/main" id="{095C2824-C345-2893-8ACF-AF17AB2813F1}"/>
              </a:ext>
            </a:extLst>
          </p:cNvPr>
          <p:cNvSpPr>
            <a:spLocks noGrp="1"/>
          </p:cNvSpPr>
          <p:nvPr>
            <p:ph idx="1"/>
          </p:nvPr>
        </p:nvSpPr>
        <p:spPr>
          <a:xfrm>
            <a:off x="383676" y="1928194"/>
            <a:ext cx="8136904" cy="360040"/>
          </a:xfrm>
        </p:spPr>
        <p:txBody>
          <a:bodyPr/>
          <a:lstStyle/>
          <a:p>
            <a:r>
              <a:rPr lang="en-GB" sz="1800" dirty="0"/>
              <a:t>Low engagement can cause a product to fail regardless of technical success</a:t>
            </a:r>
          </a:p>
        </p:txBody>
      </p:sp>
      <p:sp>
        <p:nvSpPr>
          <p:cNvPr id="4" name="Content Placeholder 2">
            <a:extLst>
              <a:ext uri="{FF2B5EF4-FFF2-40B4-BE49-F238E27FC236}">
                <a16:creationId xmlns:a16="http://schemas.microsoft.com/office/drawing/2014/main" id="{977A5412-2468-275C-8F2F-76433F723A85}"/>
              </a:ext>
            </a:extLst>
          </p:cNvPr>
          <p:cNvSpPr txBox="1">
            <a:spLocks/>
          </p:cNvSpPr>
          <p:nvPr/>
        </p:nvSpPr>
        <p:spPr bwMode="auto">
          <a:xfrm>
            <a:off x="395536" y="2896167"/>
            <a:ext cx="8136904" cy="3600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cs typeface="+mn-cs"/>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cs typeface="+mn-cs"/>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cs typeface="+mn-cs"/>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cs typeface="+mn-cs"/>
              </a:defRPr>
            </a:lvl5pPr>
            <a:lvl6pPr marL="25146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6pPr>
            <a:lvl7pPr marL="29718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7pPr>
            <a:lvl8pPr marL="34290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8pPr>
            <a:lvl9pPr marL="38862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9pPr>
          </a:lstStyle>
          <a:p>
            <a:r>
              <a:rPr lang="en-GB" sz="1800" b="1" dirty="0"/>
              <a:t>Why It Matters: </a:t>
            </a:r>
            <a:r>
              <a:rPr lang="en-GB" sz="1800" dirty="0"/>
              <a:t>Engaged users drive feedback, retention, and growth.</a:t>
            </a:r>
          </a:p>
        </p:txBody>
      </p:sp>
      <p:sp>
        <p:nvSpPr>
          <p:cNvPr id="5" name="Content Placeholder 2">
            <a:extLst>
              <a:ext uri="{FF2B5EF4-FFF2-40B4-BE49-F238E27FC236}">
                <a16:creationId xmlns:a16="http://schemas.microsoft.com/office/drawing/2014/main" id="{59FAF9E2-7BA0-CB0E-CC96-B6A19E8011ED}"/>
              </a:ext>
            </a:extLst>
          </p:cNvPr>
          <p:cNvSpPr txBox="1">
            <a:spLocks/>
          </p:cNvSpPr>
          <p:nvPr/>
        </p:nvSpPr>
        <p:spPr bwMode="auto">
          <a:xfrm>
            <a:off x="539552" y="3592300"/>
            <a:ext cx="3414259" cy="14833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cs typeface="+mn-cs"/>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cs typeface="+mn-cs"/>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cs typeface="+mn-cs"/>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cs typeface="+mn-cs"/>
              </a:defRPr>
            </a:lvl5pPr>
            <a:lvl6pPr marL="25146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6pPr>
            <a:lvl7pPr marL="29718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7pPr>
            <a:lvl8pPr marL="34290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8pPr>
            <a:lvl9pPr marL="38862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9pPr>
          </a:lstStyle>
          <a:p>
            <a:r>
              <a:rPr lang="en-GB" sz="1800" b="1" dirty="0"/>
              <a:t>Common Risks:</a:t>
            </a:r>
          </a:p>
          <a:p>
            <a:pPr lvl="1"/>
            <a:r>
              <a:rPr lang="en-GB" sz="1800" dirty="0"/>
              <a:t>Unintuitive interfaces</a:t>
            </a:r>
          </a:p>
          <a:p>
            <a:pPr lvl="1"/>
            <a:r>
              <a:rPr lang="en-GB" sz="1800" dirty="0"/>
              <a:t>Lack of personalization</a:t>
            </a:r>
          </a:p>
          <a:p>
            <a:pPr lvl="1"/>
            <a:r>
              <a:rPr lang="en-GB" sz="1800" dirty="0"/>
              <a:t>No clear onboarding</a:t>
            </a:r>
          </a:p>
          <a:p>
            <a:pPr lvl="1"/>
            <a:endParaRPr lang="en-GB" sz="1800" dirty="0"/>
          </a:p>
        </p:txBody>
      </p:sp>
      <p:sp>
        <p:nvSpPr>
          <p:cNvPr id="7" name="Content Placeholder 2">
            <a:extLst>
              <a:ext uri="{FF2B5EF4-FFF2-40B4-BE49-F238E27FC236}">
                <a16:creationId xmlns:a16="http://schemas.microsoft.com/office/drawing/2014/main" id="{6D9226EF-4E13-C515-D51C-6DB2DD352AA4}"/>
              </a:ext>
            </a:extLst>
          </p:cNvPr>
          <p:cNvSpPr txBox="1">
            <a:spLocks/>
          </p:cNvSpPr>
          <p:nvPr/>
        </p:nvSpPr>
        <p:spPr bwMode="auto">
          <a:xfrm>
            <a:off x="539552" y="5094396"/>
            <a:ext cx="4968552" cy="14833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cs typeface="+mn-cs"/>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cs typeface="+mn-cs"/>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cs typeface="+mn-cs"/>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cs typeface="+mn-cs"/>
              </a:defRPr>
            </a:lvl5pPr>
            <a:lvl6pPr marL="25146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6pPr>
            <a:lvl7pPr marL="29718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7pPr>
            <a:lvl8pPr marL="34290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8pPr>
            <a:lvl9pPr marL="38862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9pPr>
          </a:lstStyle>
          <a:p>
            <a:r>
              <a:rPr lang="en-GB" sz="1800" b="1" dirty="0"/>
              <a:t>Mitigation Strategies:</a:t>
            </a:r>
          </a:p>
          <a:p>
            <a:pPr lvl="1"/>
            <a:r>
              <a:rPr lang="en-GB" sz="1800" dirty="0"/>
              <a:t>Involve users early via feedback loops</a:t>
            </a:r>
          </a:p>
          <a:p>
            <a:pPr lvl="1"/>
            <a:r>
              <a:rPr lang="en-GB" sz="1800" dirty="0"/>
              <a:t>Perform usability testing</a:t>
            </a:r>
          </a:p>
          <a:p>
            <a:pPr lvl="1"/>
            <a:r>
              <a:rPr lang="en-GB" sz="1800" dirty="0"/>
              <a:t>Provide training and documentation</a:t>
            </a:r>
          </a:p>
          <a:p>
            <a:pPr lvl="1"/>
            <a:endParaRPr lang="en-GB" sz="1800" dirty="0"/>
          </a:p>
        </p:txBody>
      </p:sp>
      <p:pic>
        <p:nvPicPr>
          <p:cNvPr id="4098" name="Picture 2" descr="Common Software Development Risks and ...">
            <a:extLst>
              <a:ext uri="{FF2B5EF4-FFF2-40B4-BE49-F238E27FC236}">
                <a16:creationId xmlns:a16="http://schemas.microsoft.com/office/drawing/2014/main" id="{BCE24608-FB7D-3545-1202-4659199AC72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292080" y="3812529"/>
            <a:ext cx="3028950" cy="15144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0705328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3EFA6D-CE4B-A4FF-5DF3-FC6DBC5F07F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1F653F2-9E18-426C-4652-CF59CFE9D568}"/>
              </a:ext>
            </a:extLst>
          </p:cNvPr>
          <p:cNvSpPr>
            <a:spLocks noGrp="1"/>
          </p:cNvSpPr>
          <p:nvPr>
            <p:ph type="title"/>
          </p:nvPr>
        </p:nvSpPr>
        <p:spPr>
          <a:xfrm>
            <a:off x="1331640" y="404813"/>
            <a:ext cx="7577410" cy="939800"/>
          </a:xfrm>
        </p:spPr>
        <p:txBody>
          <a:bodyPr/>
          <a:lstStyle/>
          <a:p>
            <a:r>
              <a:rPr lang="en-GB" sz="3200" b="1" dirty="0">
                <a:solidFill>
                  <a:srgbClr val="0070C0"/>
                </a:solidFill>
              </a:rPr>
              <a:t>Product Reach and Market Adoption</a:t>
            </a:r>
          </a:p>
        </p:txBody>
      </p:sp>
      <p:sp>
        <p:nvSpPr>
          <p:cNvPr id="3" name="Content Placeholder 2">
            <a:extLst>
              <a:ext uri="{FF2B5EF4-FFF2-40B4-BE49-F238E27FC236}">
                <a16:creationId xmlns:a16="http://schemas.microsoft.com/office/drawing/2014/main" id="{99A34DC9-A21D-BF69-5BDD-25275D1EF199}"/>
              </a:ext>
            </a:extLst>
          </p:cNvPr>
          <p:cNvSpPr>
            <a:spLocks noGrp="1"/>
          </p:cNvSpPr>
          <p:nvPr>
            <p:ph idx="1"/>
          </p:nvPr>
        </p:nvSpPr>
        <p:spPr>
          <a:xfrm>
            <a:off x="383676" y="1928194"/>
            <a:ext cx="8136904" cy="360040"/>
          </a:xfrm>
        </p:spPr>
        <p:txBody>
          <a:bodyPr/>
          <a:lstStyle/>
          <a:p>
            <a:r>
              <a:rPr lang="en-GB" sz="1800" dirty="0"/>
              <a:t>A great product may still fail if it doesn’t reach the right market or is blocked in some regions.</a:t>
            </a:r>
          </a:p>
        </p:txBody>
      </p:sp>
      <p:sp>
        <p:nvSpPr>
          <p:cNvPr id="4" name="Content Placeholder 2">
            <a:extLst>
              <a:ext uri="{FF2B5EF4-FFF2-40B4-BE49-F238E27FC236}">
                <a16:creationId xmlns:a16="http://schemas.microsoft.com/office/drawing/2014/main" id="{1E784823-493B-E763-2A23-C826E28A7D14}"/>
              </a:ext>
            </a:extLst>
          </p:cNvPr>
          <p:cNvSpPr txBox="1">
            <a:spLocks/>
          </p:cNvSpPr>
          <p:nvPr/>
        </p:nvSpPr>
        <p:spPr bwMode="auto">
          <a:xfrm>
            <a:off x="395536" y="2896166"/>
            <a:ext cx="8352928" cy="6048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cs typeface="+mn-cs"/>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cs typeface="+mn-cs"/>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cs typeface="+mn-cs"/>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cs typeface="+mn-cs"/>
              </a:defRPr>
            </a:lvl5pPr>
            <a:lvl6pPr marL="25146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6pPr>
            <a:lvl7pPr marL="29718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7pPr>
            <a:lvl8pPr marL="34290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8pPr>
            <a:lvl9pPr marL="38862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9pPr>
          </a:lstStyle>
          <a:p>
            <a:r>
              <a:rPr lang="en-GB" sz="1800" b="1" dirty="0"/>
              <a:t>Why It Matters: </a:t>
            </a:r>
            <a:r>
              <a:rPr lang="en-GB" sz="1800" dirty="0"/>
              <a:t>Understanding the audience and environment is essential.</a:t>
            </a:r>
          </a:p>
        </p:txBody>
      </p:sp>
      <p:sp>
        <p:nvSpPr>
          <p:cNvPr id="5" name="Content Placeholder 2">
            <a:extLst>
              <a:ext uri="{FF2B5EF4-FFF2-40B4-BE49-F238E27FC236}">
                <a16:creationId xmlns:a16="http://schemas.microsoft.com/office/drawing/2014/main" id="{D6F0FA34-8907-4AF5-68A2-88DD16FDA59D}"/>
              </a:ext>
            </a:extLst>
          </p:cNvPr>
          <p:cNvSpPr txBox="1">
            <a:spLocks/>
          </p:cNvSpPr>
          <p:nvPr/>
        </p:nvSpPr>
        <p:spPr bwMode="auto">
          <a:xfrm>
            <a:off x="395536" y="3599757"/>
            <a:ext cx="4824536" cy="14401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cs typeface="+mn-cs"/>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cs typeface="+mn-cs"/>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cs typeface="+mn-cs"/>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cs typeface="+mn-cs"/>
              </a:defRPr>
            </a:lvl5pPr>
            <a:lvl6pPr marL="25146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6pPr>
            <a:lvl7pPr marL="29718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7pPr>
            <a:lvl8pPr marL="34290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8pPr>
            <a:lvl9pPr marL="38862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9pPr>
          </a:lstStyle>
          <a:p>
            <a:r>
              <a:rPr lang="en-GB" sz="1800" b="1" dirty="0"/>
              <a:t>Common Risks:</a:t>
            </a:r>
          </a:p>
          <a:p>
            <a:pPr lvl="1"/>
            <a:r>
              <a:rPr lang="en-GB" sz="1800" dirty="0"/>
              <a:t>Poor marketing strategy</a:t>
            </a:r>
          </a:p>
          <a:p>
            <a:pPr lvl="1"/>
            <a:r>
              <a:rPr lang="en-GB" sz="1800" dirty="0"/>
              <a:t>Territorial content restrictions</a:t>
            </a:r>
          </a:p>
          <a:p>
            <a:pPr lvl="1"/>
            <a:r>
              <a:rPr lang="en-GB" sz="1800" dirty="0"/>
              <a:t>Inaccessible language or culture</a:t>
            </a:r>
          </a:p>
          <a:p>
            <a:pPr lvl="1"/>
            <a:endParaRPr lang="en-GB" sz="1800" dirty="0"/>
          </a:p>
        </p:txBody>
      </p:sp>
      <p:sp>
        <p:nvSpPr>
          <p:cNvPr id="6" name="Content Placeholder 2">
            <a:extLst>
              <a:ext uri="{FF2B5EF4-FFF2-40B4-BE49-F238E27FC236}">
                <a16:creationId xmlns:a16="http://schemas.microsoft.com/office/drawing/2014/main" id="{D76B6190-94FA-0737-B0FF-0E1C4E8D3C48}"/>
              </a:ext>
            </a:extLst>
          </p:cNvPr>
          <p:cNvSpPr txBox="1">
            <a:spLocks/>
          </p:cNvSpPr>
          <p:nvPr/>
        </p:nvSpPr>
        <p:spPr bwMode="auto">
          <a:xfrm>
            <a:off x="408195" y="5138667"/>
            <a:ext cx="4824536" cy="14401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cs typeface="+mn-cs"/>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cs typeface="+mn-cs"/>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cs typeface="+mn-cs"/>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cs typeface="+mn-cs"/>
              </a:defRPr>
            </a:lvl5pPr>
            <a:lvl6pPr marL="25146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6pPr>
            <a:lvl7pPr marL="29718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7pPr>
            <a:lvl8pPr marL="34290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8pPr>
            <a:lvl9pPr marL="38862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9pPr>
          </a:lstStyle>
          <a:p>
            <a:r>
              <a:rPr lang="en-GB" sz="1800" b="1" dirty="0"/>
              <a:t>Mitigation Strategies:</a:t>
            </a:r>
          </a:p>
          <a:p>
            <a:pPr lvl="1"/>
            <a:r>
              <a:rPr lang="en-GB" sz="1800" dirty="0"/>
              <a:t>Research target markets</a:t>
            </a:r>
          </a:p>
          <a:p>
            <a:pPr lvl="1"/>
            <a:r>
              <a:rPr lang="en-GB" sz="1800" dirty="0"/>
              <a:t>Implement localization</a:t>
            </a:r>
          </a:p>
          <a:p>
            <a:pPr lvl="1"/>
            <a:r>
              <a:rPr lang="en-GB" sz="1800" dirty="0"/>
              <a:t>Use multiple distribution channels</a:t>
            </a:r>
          </a:p>
          <a:p>
            <a:pPr lvl="1"/>
            <a:endParaRPr lang="en-GB" sz="1800" dirty="0"/>
          </a:p>
        </p:txBody>
      </p:sp>
      <p:pic>
        <p:nvPicPr>
          <p:cNvPr id="5122" name="Picture 2" descr="The guide to product adoption and why ...">
            <a:extLst>
              <a:ext uri="{FF2B5EF4-FFF2-40B4-BE49-F238E27FC236}">
                <a16:creationId xmlns:a16="http://schemas.microsoft.com/office/drawing/2014/main" id="{008DB85C-E3A1-F23E-61CD-BD73B183FDE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203998" y="3925894"/>
            <a:ext cx="3471814" cy="194421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5631049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D45D2B-E1F6-9887-FF6F-D611F326935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538106F-E1CD-754E-E48B-931A7D9C7E22}"/>
              </a:ext>
            </a:extLst>
          </p:cNvPr>
          <p:cNvSpPr>
            <a:spLocks noGrp="1"/>
          </p:cNvSpPr>
          <p:nvPr>
            <p:ph type="title"/>
          </p:nvPr>
        </p:nvSpPr>
        <p:spPr>
          <a:xfrm>
            <a:off x="1331640" y="404813"/>
            <a:ext cx="7577410" cy="939800"/>
          </a:xfrm>
        </p:spPr>
        <p:txBody>
          <a:bodyPr/>
          <a:lstStyle/>
          <a:p>
            <a:r>
              <a:rPr lang="en-GB" sz="3600" b="1" dirty="0">
                <a:solidFill>
                  <a:srgbClr val="0070C0"/>
                </a:solidFill>
              </a:rPr>
              <a:t>Assessing and Prioritizing Risk</a:t>
            </a:r>
          </a:p>
        </p:txBody>
      </p:sp>
      <p:sp>
        <p:nvSpPr>
          <p:cNvPr id="3" name="Content Placeholder 2">
            <a:extLst>
              <a:ext uri="{FF2B5EF4-FFF2-40B4-BE49-F238E27FC236}">
                <a16:creationId xmlns:a16="http://schemas.microsoft.com/office/drawing/2014/main" id="{B6F465AF-B59A-5EEF-1C3C-CCE784463F26}"/>
              </a:ext>
            </a:extLst>
          </p:cNvPr>
          <p:cNvSpPr>
            <a:spLocks noGrp="1"/>
          </p:cNvSpPr>
          <p:nvPr>
            <p:ph idx="1"/>
          </p:nvPr>
        </p:nvSpPr>
        <p:spPr>
          <a:xfrm>
            <a:off x="383676" y="1928194"/>
            <a:ext cx="8136904" cy="360040"/>
          </a:xfrm>
        </p:spPr>
        <p:txBody>
          <a:bodyPr/>
          <a:lstStyle/>
          <a:p>
            <a:r>
              <a:rPr lang="en-GB" sz="1800" dirty="0"/>
              <a:t>All risks are not equal; some are more likely or more damaging than others.</a:t>
            </a:r>
          </a:p>
        </p:txBody>
      </p:sp>
      <p:sp>
        <p:nvSpPr>
          <p:cNvPr id="4" name="Content Placeholder 2">
            <a:extLst>
              <a:ext uri="{FF2B5EF4-FFF2-40B4-BE49-F238E27FC236}">
                <a16:creationId xmlns:a16="http://schemas.microsoft.com/office/drawing/2014/main" id="{92AFFD17-BF68-5541-B598-BCD9750EC876}"/>
              </a:ext>
            </a:extLst>
          </p:cNvPr>
          <p:cNvSpPr txBox="1">
            <a:spLocks/>
          </p:cNvSpPr>
          <p:nvPr/>
        </p:nvSpPr>
        <p:spPr bwMode="auto">
          <a:xfrm>
            <a:off x="395536" y="2777294"/>
            <a:ext cx="8136904" cy="6048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cs typeface="+mn-cs"/>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cs typeface="+mn-cs"/>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cs typeface="+mn-cs"/>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cs typeface="+mn-cs"/>
              </a:defRPr>
            </a:lvl5pPr>
            <a:lvl6pPr marL="25146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6pPr>
            <a:lvl7pPr marL="29718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7pPr>
            <a:lvl8pPr marL="34290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8pPr>
            <a:lvl9pPr marL="38862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9pPr>
          </a:lstStyle>
          <a:p>
            <a:r>
              <a:rPr lang="en-GB" sz="1800" b="1" dirty="0"/>
              <a:t>Why It Matters: </a:t>
            </a:r>
            <a:r>
              <a:rPr lang="en-GB" sz="1800" dirty="0"/>
              <a:t>Helps allocate time and resources effectively.</a:t>
            </a:r>
            <a:endParaRPr lang="en-GB" sz="1800" kern="0" dirty="0"/>
          </a:p>
        </p:txBody>
      </p:sp>
      <p:sp>
        <p:nvSpPr>
          <p:cNvPr id="5" name="Content Placeholder 2">
            <a:extLst>
              <a:ext uri="{FF2B5EF4-FFF2-40B4-BE49-F238E27FC236}">
                <a16:creationId xmlns:a16="http://schemas.microsoft.com/office/drawing/2014/main" id="{985F955C-5F0A-9227-F9F6-173AAC440315}"/>
              </a:ext>
            </a:extLst>
          </p:cNvPr>
          <p:cNvSpPr txBox="1">
            <a:spLocks/>
          </p:cNvSpPr>
          <p:nvPr/>
        </p:nvSpPr>
        <p:spPr bwMode="auto">
          <a:xfrm>
            <a:off x="383676" y="3532304"/>
            <a:ext cx="4320480" cy="14401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cs typeface="+mn-cs"/>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cs typeface="+mn-cs"/>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cs typeface="+mn-cs"/>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cs typeface="+mn-cs"/>
              </a:defRPr>
            </a:lvl5pPr>
            <a:lvl6pPr marL="25146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6pPr>
            <a:lvl7pPr marL="29718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7pPr>
            <a:lvl8pPr marL="34290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8pPr>
            <a:lvl9pPr marL="38862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9pPr>
          </a:lstStyle>
          <a:p>
            <a:r>
              <a:rPr lang="en-GB" sz="1800" b="1" dirty="0"/>
              <a:t>Common Risks:</a:t>
            </a:r>
          </a:p>
          <a:p>
            <a:pPr lvl="1"/>
            <a:r>
              <a:rPr lang="en-GB" sz="1800" dirty="0"/>
              <a:t>Frequent but low-impact bugs</a:t>
            </a:r>
          </a:p>
          <a:p>
            <a:pPr lvl="1"/>
            <a:r>
              <a:rPr lang="en-GB" sz="1800" dirty="0"/>
              <a:t>Rare but critical outages</a:t>
            </a:r>
          </a:p>
          <a:p>
            <a:pPr lvl="1"/>
            <a:r>
              <a:rPr lang="en-GB" sz="1800" dirty="0"/>
              <a:t>Security gaps</a:t>
            </a:r>
          </a:p>
          <a:p>
            <a:pPr lvl="1"/>
            <a:endParaRPr lang="en-GB" sz="1800" dirty="0"/>
          </a:p>
        </p:txBody>
      </p:sp>
      <p:sp>
        <p:nvSpPr>
          <p:cNvPr id="6" name="Content Placeholder 2">
            <a:extLst>
              <a:ext uri="{FF2B5EF4-FFF2-40B4-BE49-F238E27FC236}">
                <a16:creationId xmlns:a16="http://schemas.microsoft.com/office/drawing/2014/main" id="{B01FAD8B-BB69-A448-86B9-1CFED5A73B43}"/>
              </a:ext>
            </a:extLst>
          </p:cNvPr>
          <p:cNvSpPr txBox="1">
            <a:spLocks/>
          </p:cNvSpPr>
          <p:nvPr/>
        </p:nvSpPr>
        <p:spPr bwMode="auto">
          <a:xfrm>
            <a:off x="395536" y="5086873"/>
            <a:ext cx="5544616" cy="14401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cs typeface="+mn-cs"/>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cs typeface="+mn-cs"/>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cs typeface="+mn-cs"/>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cs typeface="+mn-cs"/>
              </a:defRPr>
            </a:lvl5pPr>
            <a:lvl6pPr marL="25146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6pPr>
            <a:lvl7pPr marL="29718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7pPr>
            <a:lvl8pPr marL="34290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8pPr>
            <a:lvl9pPr marL="38862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9pPr>
          </a:lstStyle>
          <a:p>
            <a:r>
              <a:rPr lang="en-GB" sz="1800" b="1" dirty="0"/>
              <a:t>Mitigation Strategies:</a:t>
            </a:r>
          </a:p>
          <a:p>
            <a:pPr lvl="1"/>
            <a:r>
              <a:rPr lang="en-GB" sz="1800" dirty="0"/>
              <a:t>Use risk matrices (likelihood vs impact)</a:t>
            </a:r>
          </a:p>
          <a:p>
            <a:pPr lvl="1"/>
            <a:r>
              <a:rPr lang="en-GB" sz="1800" dirty="0"/>
              <a:t>Update risk logs regularly</a:t>
            </a:r>
          </a:p>
          <a:p>
            <a:pPr lvl="1"/>
            <a:r>
              <a:rPr lang="en-GB" sz="1800" dirty="0"/>
              <a:t>Engage stakeholders in prioritization</a:t>
            </a:r>
          </a:p>
          <a:p>
            <a:pPr lvl="1"/>
            <a:endParaRPr lang="en-GB" sz="1800" dirty="0"/>
          </a:p>
        </p:txBody>
      </p:sp>
      <p:pic>
        <p:nvPicPr>
          <p:cNvPr id="6146" name="Picture 2" descr="Risk Assessment And Prioritization ...">
            <a:extLst>
              <a:ext uri="{FF2B5EF4-FFF2-40B4-BE49-F238E27FC236}">
                <a16:creationId xmlns:a16="http://schemas.microsoft.com/office/drawing/2014/main" id="{BCDA3A18-2585-65F6-D8EE-3192BE6B77C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704156" y="3276861"/>
            <a:ext cx="2729274" cy="1528394"/>
          </a:xfrm>
          <a:prstGeom prst="rect">
            <a:avLst/>
          </a:prstGeom>
          <a:noFill/>
          <a:extLst>
            <a:ext uri="{909E8E84-426E-40DD-AFC4-6F175D3DCCD1}">
              <a14:hiddenFill xmlns:a14="http://schemas.microsoft.com/office/drawing/2010/main">
                <a:solidFill>
                  <a:srgbClr val="FFFFFF"/>
                </a:solidFill>
              </a14:hiddenFill>
            </a:ext>
          </a:extLst>
        </p:spPr>
      </p:pic>
      <p:pic>
        <p:nvPicPr>
          <p:cNvPr id="6148" name="Picture 4" descr="Prioritizing Risk Management in Fast-Paced Software Development: Strategies  for Success">
            <a:extLst>
              <a:ext uri="{FF2B5EF4-FFF2-40B4-BE49-F238E27FC236}">
                <a16:creationId xmlns:a16="http://schemas.microsoft.com/office/drawing/2014/main" id="{F644A480-A771-422F-971A-A39B24D580F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120842" y="5057081"/>
            <a:ext cx="2843808" cy="159519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4972847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C63624-3EFC-B1C2-BB3E-3D8E1EE0064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5B06D55-3C9E-96E4-3473-BCB375B0B0B6}"/>
              </a:ext>
            </a:extLst>
          </p:cNvPr>
          <p:cNvSpPr>
            <a:spLocks noGrp="1"/>
          </p:cNvSpPr>
          <p:nvPr>
            <p:ph type="title"/>
          </p:nvPr>
        </p:nvSpPr>
        <p:spPr>
          <a:xfrm>
            <a:off x="1331640" y="404813"/>
            <a:ext cx="7577410" cy="939800"/>
          </a:xfrm>
        </p:spPr>
        <p:txBody>
          <a:bodyPr/>
          <a:lstStyle/>
          <a:p>
            <a:r>
              <a:rPr lang="en-GB" sz="3200" b="1" dirty="0">
                <a:solidFill>
                  <a:srgbClr val="0070C0"/>
                </a:solidFill>
              </a:rPr>
              <a:t>Impact, Mitigation and Monitoring</a:t>
            </a:r>
          </a:p>
        </p:txBody>
      </p:sp>
      <p:sp>
        <p:nvSpPr>
          <p:cNvPr id="3" name="Content Placeholder 2">
            <a:extLst>
              <a:ext uri="{FF2B5EF4-FFF2-40B4-BE49-F238E27FC236}">
                <a16:creationId xmlns:a16="http://schemas.microsoft.com/office/drawing/2014/main" id="{95B96998-4330-4404-7DEF-DE448D63981B}"/>
              </a:ext>
            </a:extLst>
          </p:cNvPr>
          <p:cNvSpPr>
            <a:spLocks noGrp="1"/>
          </p:cNvSpPr>
          <p:nvPr>
            <p:ph idx="1"/>
          </p:nvPr>
        </p:nvSpPr>
        <p:spPr>
          <a:xfrm>
            <a:off x="383676" y="1928194"/>
            <a:ext cx="8136904" cy="360040"/>
          </a:xfrm>
        </p:spPr>
        <p:txBody>
          <a:bodyPr/>
          <a:lstStyle/>
          <a:p>
            <a:r>
              <a:rPr lang="en-GB" sz="1800" dirty="0"/>
              <a:t>Understanding the potential fallout of each risk guides proper response planning.</a:t>
            </a:r>
          </a:p>
        </p:txBody>
      </p:sp>
      <p:sp>
        <p:nvSpPr>
          <p:cNvPr id="4" name="Content Placeholder 2">
            <a:extLst>
              <a:ext uri="{FF2B5EF4-FFF2-40B4-BE49-F238E27FC236}">
                <a16:creationId xmlns:a16="http://schemas.microsoft.com/office/drawing/2014/main" id="{3652E8AD-CA78-923A-304C-89C40C9D3739}"/>
              </a:ext>
            </a:extLst>
          </p:cNvPr>
          <p:cNvSpPr txBox="1">
            <a:spLocks/>
          </p:cNvSpPr>
          <p:nvPr/>
        </p:nvSpPr>
        <p:spPr bwMode="auto">
          <a:xfrm>
            <a:off x="395536" y="2720855"/>
            <a:ext cx="8136904" cy="6048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cs typeface="+mn-cs"/>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cs typeface="+mn-cs"/>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cs typeface="+mn-cs"/>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cs typeface="+mn-cs"/>
              </a:defRPr>
            </a:lvl5pPr>
            <a:lvl6pPr marL="25146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6pPr>
            <a:lvl7pPr marL="29718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7pPr>
            <a:lvl8pPr marL="34290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8pPr>
            <a:lvl9pPr marL="38862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9pPr>
          </a:lstStyle>
          <a:p>
            <a:r>
              <a:rPr lang="en-GB" sz="1800" b="1" dirty="0"/>
              <a:t>Why It Matters: </a:t>
            </a:r>
            <a:r>
              <a:rPr lang="en-GB" sz="1800" dirty="0"/>
              <a:t>Constant monitoring ensures early detection and resolution.</a:t>
            </a:r>
          </a:p>
        </p:txBody>
      </p:sp>
      <p:sp>
        <p:nvSpPr>
          <p:cNvPr id="5" name="Content Placeholder 2">
            <a:extLst>
              <a:ext uri="{FF2B5EF4-FFF2-40B4-BE49-F238E27FC236}">
                <a16:creationId xmlns:a16="http://schemas.microsoft.com/office/drawing/2014/main" id="{7CEE3145-BF2B-A248-7016-E56B43680164}"/>
              </a:ext>
            </a:extLst>
          </p:cNvPr>
          <p:cNvSpPr txBox="1">
            <a:spLocks/>
          </p:cNvSpPr>
          <p:nvPr/>
        </p:nvSpPr>
        <p:spPr bwMode="auto">
          <a:xfrm>
            <a:off x="383676" y="3532304"/>
            <a:ext cx="4320480" cy="14401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cs typeface="+mn-cs"/>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cs typeface="+mn-cs"/>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cs typeface="+mn-cs"/>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cs typeface="+mn-cs"/>
              </a:defRPr>
            </a:lvl5pPr>
            <a:lvl6pPr marL="25146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6pPr>
            <a:lvl7pPr marL="29718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7pPr>
            <a:lvl8pPr marL="34290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8pPr>
            <a:lvl9pPr marL="38862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9pPr>
          </a:lstStyle>
          <a:p>
            <a:r>
              <a:rPr lang="en-GB" sz="1800" b="1" dirty="0"/>
              <a:t>Common Risks:</a:t>
            </a:r>
          </a:p>
          <a:p>
            <a:pPr lvl="1"/>
            <a:r>
              <a:rPr lang="en-GB" sz="1800" dirty="0"/>
              <a:t>Loss of customer data</a:t>
            </a:r>
          </a:p>
          <a:p>
            <a:pPr lvl="1"/>
            <a:r>
              <a:rPr lang="en-GB" sz="1800" dirty="0"/>
              <a:t>Downtime during peak usage</a:t>
            </a:r>
          </a:p>
          <a:p>
            <a:pPr lvl="1"/>
            <a:r>
              <a:rPr lang="en-GB" sz="1800" dirty="0"/>
              <a:t>Failure to recover from attack</a:t>
            </a:r>
          </a:p>
          <a:p>
            <a:pPr lvl="1"/>
            <a:endParaRPr lang="en-GB" sz="1800" dirty="0"/>
          </a:p>
        </p:txBody>
      </p:sp>
      <p:sp>
        <p:nvSpPr>
          <p:cNvPr id="6" name="Content Placeholder 2">
            <a:extLst>
              <a:ext uri="{FF2B5EF4-FFF2-40B4-BE49-F238E27FC236}">
                <a16:creationId xmlns:a16="http://schemas.microsoft.com/office/drawing/2014/main" id="{1556B758-55BB-3FF4-9971-627A565D721D}"/>
              </a:ext>
            </a:extLst>
          </p:cNvPr>
          <p:cNvSpPr txBox="1">
            <a:spLocks/>
          </p:cNvSpPr>
          <p:nvPr/>
        </p:nvSpPr>
        <p:spPr bwMode="auto">
          <a:xfrm>
            <a:off x="395536" y="5086873"/>
            <a:ext cx="5544616" cy="14401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cs typeface="+mn-cs"/>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cs typeface="+mn-cs"/>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cs typeface="+mn-cs"/>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cs typeface="+mn-cs"/>
              </a:defRPr>
            </a:lvl5pPr>
            <a:lvl6pPr marL="25146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6pPr>
            <a:lvl7pPr marL="29718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7pPr>
            <a:lvl8pPr marL="34290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8pPr>
            <a:lvl9pPr marL="38862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9pPr>
          </a:lstStyle>
          <a:p>
            <a:r>
              <a:rPr lang="en-GB" sz="1800" b="1" dirty="0"/>
              <a:t>Mitigation Strategies:</a:t>
            </a:r>
          </a:p>
          <a:p>
            <a:pPr lvl="1"/>
            <a:r>
              <a:rPr lang="en-GB" sz="1800" dirty="0"/>
              <a:t>Create incident response plans</a:t>
            </a:r>
          </a:p>
          <a:p>
            <a:pPr lvl="1"/>
            <a:r>
              <a:rPr lang="en-GB" sz="1800" dirty="0"/>
              <a:t>Use logging and alert systems</a:t>
            </a:r>
          </a:p>
          <a:p>
            <a:pPr lvl="1"/>
            <a:r>
              <a:rPr lang="en-GB" sz="1800" dirty="0"/>
              <a:t>Review risks after each sprint</a:t>
            </a:r>
          </a:p>
          <a:p>
            <a:pPr lvl="1"/>
            <a:endParaRPr lang="en-GB" sz="1800" dirty="0"/>
          </a:p>
        </p:txBody>
      </p:sp>
      <p:pic>
        <p:nvPicPr>
          <p:cNvPr id="7170" name="Picture 2" descr="Guide to Risk Management in Software Development">
            <a:extLst>
              <a:ext uri="{FF2B5EF4-FFF2-40B4-BE49-F238E27FC236}">
                <a16:creationId xmlns:a16="http://schemas.microsoft.com/office/drawing/2014/main" id="{2675878A-5BE8-9317-F596-834A4CAC298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917427" y="3758317"/>
            <a:ext cx="3827556" cy="21871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4216955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53E1BF-811C-738A-F92C-0F1BF8DC2BE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1AC4E25-F48F-811E-19B9-4E94337BF136}"/>
              </a:ext>
            </a:extLst>
          </p:cNvPr>
          <p:cNvSpPr>
            <a:spLocks noGrp="1"/>
          </p:cNvSpPr>
          <p:nvPr>
            <p:ph type="title"/>
          </p:nvPr>
        </p:nvSpPr>
        <p:spPr>
          <a:xfrm>
            <a:off x="1331640" y="404813"/>
            <a:ext cx="6192688" cy="939800"/>
          </a:xfrm>
        </p:spPr>
        <p:txBody>
          <a:bodyPr/>
          <a:lstStyle/>
          <a:p>
            <a:r>
              <a:rPr lang="en-GB" sz="3200" b="1" dirty="0">
                <a:solidFill>
                  <a:srgbClr val="0070C0"/>
                </a:solidFill>
              </a:rPr>
              <a:t>Policies and Procedures for Risk Control</a:t>
            </a:r>
          </a:p>
        </p:txBody>
      </p:sp>
      <p:sp>
        <p:nvSpPr>
          <p:cNvPr id="3" name="Content Placeholder 2">
            <a:extLst>
              <a:ext uri="{FF2B5EF4-FFF2-40B4-BE49-F238E27FC236}">
                <a16:creationId xmlns:a16="http://schemas.microsoft.com/office/drawing/2014/main" id="{1E472E13-7707-9947-AB68-E7CB1FD52158}"/>
              </a:ext>
            </a:extLst>
          </p:cNvPr>
          <p:cNvSpPr>
            <a:spLocks noGrp="1"/>
          </p:cNvSpPr>
          <p:nvPr>
            <p:ph idx="1"/>
          </p:nvPr>
        </p:nvSpPr>
        <p:spPr>
          <a:xfrm>
            <a:off x="383676" y="1928194"/>
            <a:ext cx="8136904" cy="360040"/>
          </a:xfrm>
        </p:spPr>
        <p:txBody>
          <a:bodyPr/>
          <a:lstStyle/>
          <a:p>
            <a:r>
              <a:rPr lang="en-GB" sz="1800" dirty="0"/>
              <a:t>Having documented procedures standardizes response and prevents chaos during emergencies.</a:t>
            </a:r>
          </a:p>
        </p:txBody>
      </p:sp>
      <p:sp>
        <p:nvSpPr>
          <p:cNvPr id="4" name="Content Placeholder 2">
            <a:extLst>
              <a:ext uri="{FF2B5EF4-FFF2-40B4-BE49-F238E27FC236}">
                <a16:creationId xmlns:a16="http://schemas.microsoft.com/office/drawing/2014/main" id="{485BC169-5674-A7DC-CEF5-873555444875}"/>
              </a:ext>
            </a:extLst>
          </p:cNvPr>
          <p:cNvSpPr txBox="1">
            <a:spLocks/>
          </p:cNvSpPr>
          <p:nvPr/>
        </p:nvSpPr>
        <p:spPr bwMode="auto">
          <a:xfrm>
            <a:off x="395536" y="2896166"/>
            <a:ext cx="8136904" cy="6048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cs typeface="+mn-cs"/>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cs typeface="+mn-cs"/>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cs typeface="+mn-cs"/>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cs typeface="+mn-cs"/>
              </a:defRPr>
            </a:lvl5pPr>
            <a:lvl6pPr marL="25146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6pPr>
            <a:lvl7pPr marL="29718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7pPr>
            <a:lvl8pPr marL="34290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8pPr>
            <a:lvl9pPr marL="38862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9pPr>
          </a:lstStyle>
          <a:p>
            <a:r>
              <a:rPr lang="en-GB" sz="1800" b="1" dirty="0"/>
              <a:t>Why It Matters: </a:t>
            </a:r>
            <a:r>
              <a:rPr lang="en-GB" sz="1800" dirty="0"/>
              <a:t>Protects organizational data, staff, and continuity.</a:t>
            </a:r>
          </a:p>
        </p:txBody>
      </p:sp>
      <p:sp>
        <p:nvSpPr>
          <p:cNvPr id="5" name="Content Placeholder 2">
            <a:extLst>
              <a:ext uri="{FF2B5EF4-FFF2-40B4-BE49-F238E27FC236}">
                <a16:creationId xmlns:a16="http://schemas.microsoft.com/office/drawing/2014/main" id="{70641A81-D976-19FD-527F-ADEB54FA23F9}"/>
              </a:ext>
            </a:extLst>
          </p:cNvPr>
          <p:cNvSpPr txBox="1">
            <a:spLocks/>
          </p:cNvSpPr>
          <p:nvPr/>
        </p:nvSpPr>
        <p:spPr bwMode="auto">
          <a:xfrm>
            <a:off x="374964" y="3607337"/>
            <a:ext cx="4824536" cy="13681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cs typeface="+mn-cs"/>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cs typeface="+mn-cs"/>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cs typeface="+mn-cs"/>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cs typeface="+mn-cs"/>
              </a:defRPr>
            </a:lvl5pPr>
            <a:lvl6pPr marL="25146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6pPr>
            <a:lvl7pPr marL="29718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7pPr>
            <a:lvl8pPr marL="34290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8pPr>
            <a:lvl9pPr marL="38862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9pPr>
          </a:lstStyle>
          <a:p>
            <a:r>
              <a:rPr lang="en-GB" sz="1800" b="1" dirty="0"/>
              <a:t>Common Risks:</a:t>
            </a:r>
          </a:p>
          <a:p>
            <a:pPr lvl="1"/>
            <a:r>
              <a:rPr lang="en-GB" sz="1800" dirty="0"/>
              <a:t>Inconsistent backup schedules</a:t>
            </a:r>
          </a:p>
          <a:p>
            <a:pPr lvl="1"/>
            <a:r>
              <a:rPr lang="en-GB" sz="1800" dirty="0"/>
              <a:t>Lack of recovery procedures</a:t>
            </a:r>
          </a:p>
          <a:p>
            <a:pPr lvl="1"/>
            <a:r>
              <a:rPr lang="en-GB" sz="1800" dirty="0"/>
              <a:t>No user role management</a:t>
            </a:r>
          </a:p>
          <a:p>
            <a:pPr lvl="1"/>
            <a:endParaRPr lang="en-GB" sz="1800" dirty="0"/>
          </a:p>
        </p:txBody>
      </p:sp>
      <p:sp>
        <p:nvSpPr>
          <p:cNvPr id="6" name="Content Placeholder 2">
            <a:extLst>
              <a:ext uri="{FF2B5EF4-FFF2-40B4-BE49-F238E27FC236}">
                <a16:creationId xmlns:a16="http://schemas.microsoft.com/office/drawing/2014/main" id="{CCA62C86-1E50-70D9-C6AF-1B3272CB347F}"/>
              </a:ext>
            </a:extLst>
          </p:cNvPr>
          <p:cNvSpPr txBox="1">
            <a:spLocks/>
          </p:cNvSpPr>
          <p:nvPr/>
        </p:nvSpPr>
        <p:spPr bwMode="auto">
          <a:xfrm>
            <a:off x="467544" y="5113268"/>
            <a:ext cx="5760640" cy="13681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cs typeface="+mn-cs"/>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cs typeface="+mn-cs"/>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cs typeface="+mn-cs"/>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cs typeface="+mn-cs"/>
              </a:defRPr>
            </a:lvl5pPr>
            <a:lvl6pPr marL="25146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6pPr>
            <a:lvl7pPr marL="29718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7pPr>
            <a:lvl8pPr marL="34290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8pPr>
            <a:lvl9pPr marL="38862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9pPr>
          </a:lstStyle>
          <a:p>
            <a:r>
              <a:rPr lang="en-GB" sz="1800" b="1" dirty="0"/>
              <a:t>Mitigation Strategies:</a:t>
            </a:r>
          </a:p>
          <a:p>
            <a:pPr lvl="1"/>
            <a:r>
              <a:rPr lang="en-GB" sz="1800" dirty="0"/>
              <a:t>Create clear backup &amp; restore protocols</a:t>
            </a:r>
          </a:p>
          <a:p>
            <a:pPr lvl="1"/>
            <a:r>
              <a:rPr lang="en-GB" sz="1800" dirty="0"/>
              <a:t>Define access and security roles</a:t>
            </a:r>
          </a:p>
          <a:p>
            <a:pPr lvl="1"/>
            <a:r>
              <a:rPr lang="en-GB" sz="1800" dirty="0"/>
              <a:t>Train team on policies</a:t>
            </a:r>
          </a:p>
          <a:p>
            <a:pPr lvl="1"/>
            <a:endParaRPr lang="en-GB" sz="1800" dirty="0"/>
          </a:p>
        </p:txBody>
      </p:sp>
      <p:pic>
        <p:nvPicPr>
          <p:cNvPr id="8" name="Picture 7">
            <a:extLst>
              <a:ext uri="{FF2B5EF4-FFF2-40B4-BE49-F238E27FC236}">
                <a16:creationId xmlns:a16="http://schemas.microsoft.com/office/drawing/2014/main" id="{6ED062C0-DD3A-5EDC-4615-C62FFC509CC2}"/>
              </a:ext>
            </a:extLst>
          </p:cNvPr>
          <p:cNvPicPr>
            <a:picLocks noChangeAspect="1"/>
          </p:cNvPicPr>
          <p:nvPr/>
        </p:nvPicPr>
        <p:blipFill>
          <a:blip r:embed="rId3"/>
          <a:stretch>
            <a:fillRect/>
          </a:stretch>
        </p:blipFill>
        <p:spPr>
          <a:xfrm>
            <a:off x="5639828" y="3635287"/>
            <a:ext cx="3129208" cy="2749061"/>
          </a:xfrm>
          <a:prstGeom prst="rect">
            <a:avLst/>
          </a:prstGeom>
        </p:spPr>
      </p:pic>
    </p:spTree>
    <p:extLst>
      <p:ext uri="{BB962C8B-B14F-4D97-AF65-F5344CB8AC3E}">
        <p14:creationId xmlns:p14="http://schemas.microsoft.com/office/powerpoint/2010/main" val="218926995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6AEE9A-1CAB-4634-4005-E85EEB10A8E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759CEFE-6E5B-264C-62D2-F3EBF7350F3A}"/>
              </a:ext>
            </a:extLst>
          </p:cNvPr>
          <p:cNvSpPr>
            <a:spLocks noGrp="1"/>
          </p:cNvSpPr>
          <p:nvPr>
            <p:ph type="title"/>
          </p:nvPr>
        </p:nvSpPr>
        <p:spPr>
          <a:xfrm>
            <a:off x="1331640" y="404813"/>
            <a:ext cx="7344816" cy="939800"/>
          </a:xfrm>
        </p:spPr>
        <p:txBody>
          <a:bodyPr/>
          <a:lstStyle/>
          <a:p>
            <a:r>
              <a:rPr lang="en-GB" sz="3200" b="1" dirty="0">
                <a:solidFill>
                  <a:srgbClr val="0070C0"/>
                </a:solidFill>
              </a:rPr>
              <a:t>Risk-Based Decision Making</a:t>
            </a:r>
          </a:p>
        </p:txBody>
      </p:sp>
      <p:sp>
        <p:nvSpPr>
          <p:cNvPr id="3" name="Content Placeholder 2">
            <a:extLst>
              <a:ext uri="{FF2B5EF4-FFF2-40B4-BE49-F238E27FC236}">
                <a16:creationId xmlns:a16="http://schemas.microsoft.com/office/drawing/2014/main" id="{9D704B54-226B-2619-A0FE-674F1CF41C26}"/>
              </a:ext>
            </a:extLst>
          </p:cNvPr>
          <p:cNvSpPr>
            <a:spLocks noGrp="1"/>
          </p:cNvSpPr>
          <p:nvPr>
            <p:ph idx="1"/>
          </p:nvPr>
        </p:nvSpPr>
        <p:spPr>
          <a:xfrm>
            <a:off x="383676" y="1928194"/>
            <a:ext cx="8136904" cy="360040"/>
          </a:xfrm>
        </p:spPr>
        <p:txBody>
          <a:bodyPr/>
          <a:lstStyle/>
          <a:p>
            <a:r>
              <a:rPr lang="en-GB" sz="1800" dirty="0"/>
              <a:t>Decision-making must consider both risk and potential reward.</a:t>
            </a:r>
          </a:p>
        </p:txBody>
      </p:sp>
      <p:sp>
        <p:nvSpPr>
          <p:cNvPr id="4" name="Content Placeholder 2">
            <a:extLst>
              <a:ext uri="{FF2B5EF4-FFF2-40B4-BE49-F238E27FC236}">
                <a16:creationId xmlns:a16="http://schemas.microsoft.com/office/drawing/2014/main" id="{6BDE5824-F6B1-10DA-00D0-CC6D42A7FC04}"/>
              </a:ext>
            </a:extLst>
          </p:cNvPr>
          <p:cNvSpPr txBox="1">
            <a:spLocks/>
          </p:cNvSpPr>
          <p:nvPr/>
        </p:nvSpPr>
        <p:spPr bwMode="auto">
          <a:xfrm>
            <a:off x="383676" y="2641254"/>
            <a:ext cx="8292780" cy="6048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cs typeface="+mn-cs"/>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cs typeface="+mn-cs"/>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cs typeface="+mn-cs"/>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cs typeface="+mn-cs"/>
              </a:defRPr>
            </a:lvl5pPr>
            <a:lvl6pPr marL="25146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6pPr>
            <a:lvl7pPr marL="29718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7pPr>
            <a:lvl8pPr marL="34290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8pPr>
            <a:lvl9pPr marL="38862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9pPr>
          </a:lstStyle>
          <a:p>
            <a:r>
              <a:rPr lang="en-GB" sz="1800" b="1" dirty="0"/>
              <a:t>Why It Matters: </a:t>
            </a:r>
            <a:r>
              <a:rPr lang="en-GB" sz="1800" dirty="0"/>
              <a:t>Supports choosing the best option in uncertain scenarios.</a:t>
            </a:r>
          </a:p>
        </p:txBody>
      </p:sp>
      <p:sp>
        <p:nvSpPr>
          <p:cNvPr id="5" name="Content Placeholder 2">
            <a:extLst>
              <a:ext uri="{FF2B5EF4-FFF2-40B4-BE49-F238E27FC236}">
                <a16:creationId xmlns:a16="http://schemas.microsoft.com/office/drawing/2014/main" id="{40431827-B043-191A-D1AC-CA0265D7A80D}"/>
              </a:ext>
            </a:extLst>
          </p:cNvPr>
          <p:cNvSpPr txBox="1">
            <a:spLocks/>
          </p:cNvSpPr>
          <p:nvPr/>
        </p:nvSpPr>
        <p:spPr bwMode="auto">
          <a:xfrm>
            <a:off x="383676" y="3363863"/>
            <a:ext cx="4752528" cy="13681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cs typeface="+mn-cs"/>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cs typeface="+mn-cs"/>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cs typeface="+mn-cs"/>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cs typeface="+mn-cs"/>
              </a:defRPr>
            </a:lvl5pPr>
            <a:lvl6pPr marL="25146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6pPr>
            <a:lvl7pPr marL="29718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7pPr>
            <a:lvl8pPr marL="34290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8pPr>
            <a:lvl9pPr marL="38862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9pPr>
          </a:lstStyle>
          <a:p>
            <a:r>
              <a:rPr lang="en-GB" sz="1800" b="1" dirty="0"/>
              <a:t>Common Risks:</a:t>
            </a:r>
          </a:p>
          <a:p>
            <a:pPr lvl="1"/>
            <a:r>
              <a:rPr lang="en-GB" sz="1800" dirty="0"/>
              <a:t>Launching without full test coverage</a:t>
            </a:r>
          </a:p>
          <a:p>
            <a:pPr lvl="1"/>
            <a:r>
              <a:rPr lang="en-GB" sz="1800" dirty="0"/>
              <a:t>Choosing speed over security</a:t>
            </a:r>
          </a:p>
          <a:p>
            <a:pPr lvl="1"/>
            <a:r>
              <a:rPr lang="en-GB" sz="1800" dirty="0"/>
              <a:t>Selecting new unproven tech</a:t>
            </a:r>
          </a:p>
          <a:p>
            <a:pPr lvl="1"/>
            <a:endParaRPr lang="en-GB" sz="1800" dirty="0"/>
          </a:p>
        </p:txBody>
      </p:sp>
      <p:sp>
        <p:nvSpPr>
          <p:cNvPr id="6" name="Content Placeholder 2">
            <a:extLst>
              <a:ext uri="{FF2B5EF4-FFF2-40B4-BE49-F238E27FC236}">
                <a16:creationId xmlns:a16="http://schemas.microsoft.com/office/drawing/2014/main" id="{2C38BFD2-9318-307E-E42A-D19FA1863091}"/>
              </a:ext>
            </a:extLst>
          </p:cNvPr>
          <p:cNvSpPr txBox="1">
            <a:spLocks/>
          </p:cNvSpPr>
          <p:nvPr/>
        </p:nvSpPr>
        <p:spPr bwMode="auto">
          <a:xfrm>
            <a:off x="383676" y="5085035"/>
            <a:ext cx="5340452" cy="13681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cs typeface="+mn-cs"/>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cs typeface="+mn-cs"/>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cs typeface="+mn-cs"/>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cs typeface="+mn-cs"/>
              </a:defRPr>
            </a:lvl5pPr>
            <a:lvl6pPr marL="25146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6pPr>
            <a:lvl7pPr marL="29718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7pPr>
            <a:lvl8pPr marL="34290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8pPr>
            <a:lvl9pPr marL="38862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9pPr>
          </a:lstStyle>
          <a:p>
            <a:r>
              <a:rPr lang="en-GB" sz="1800" b="1" dirty="0"/>
              <a:t>Mitigation Strategies:</a:t>
            </a:r>
          </a:p>
          <a:p>
            <a:pPr lvl="1"/>
            <a:r>
              <a:rPr lang="en-GB" sz="1800" dirty="0"/>
              <a:t>Perform cost-benefit analysis</a:t>
            </a:r>
          </a:p>
          <a:p>
            <a:pPr lvl="1"/>
            <a:r>
              <a:rPr lang="en-GB" sz="1800" dirty="0"/>
              <a:t>Document assumptions and risk levels</a:t>
            </a:r>
          </a:p>
          <a:p>
            <a:pPr lvl="1"/>
            <a:r>
              <a:rPr lang="en-GB" sz="1800" dirty="0"/>
              <a:t>Justify trade-offs based on goals</a:t>
            </a:r>
          </a:p>
          <a:p>
            <a:pPr lvl="1"/>
            <a:endParaRPr lang="en-GB" sz="1800" dirty="0"/>
          </a:p>
        </p:txBody>
      </p:sp>
      <p:pic>
        <p:nvPicPr>
          <p:cNvPr id="8" name="Picture 7">
            <a:extLst>
              <a:ext uri="{FF2B5EF4-FFF2-40B4-BE49-F238E27FC236}">
                <a16:creationId xmlns:a16="http://schemas.microsoft.com/office/drawing/2014/main" id="{1D46E59D-35B1-7547-49A3-8EF6DFEDEB03}"/>
              </a:ext>
            </a:extLst>
          </p:cNvPr>
          <p:cNvPicPr>
            <a:picLocks noChangeAspect="1"/>
          </p:cNvPicPr>
          <p:nvPr/>
        </p:nvPicPr>
        <p:blipFill>
          <a:blip r:embed="rId3"/>
          <a:stretch>
            <a:fillRect/>
          </a:stretch>
        </p:blipFill>
        <p:spPr>
          <a:xfrm>
            <a:off x="5332273" y="3751552"/>
            <a:ext cx="3779912" cy="2125151"/>
          </a:xfrm>
          <a:prstGeom prst="rect">
            <a:avLst/>
          </a:prstGeom>
        </p:spPr>
      </p:pic>
    </p:spTree>
    <p:extLst>
      <p:ext uri="{BB962C8B-B14F-4D97-AF65-F5344CB8AC3E}">
        <p14:creationId xmlns:p14="http://schemas.microsoft.com/office/powerpoint/2010/main" val="401485937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B06C51-64B6-83EF-D534-C7B0DB3D0CE5}"/>
              </a:ext>
            </a:extLst>
          </p:cNvPr>
          <p:cNvSpPr>
            <a:spLocks noGrp="1"/>
          </p:cNvSpPr>
          <p:nvPr>
            <p:ph type="title"/>
          </p:nvPr>
        </p:nvSpPr>
        <p:spPr>
          <a:xfrm>
            <a:off x="1182688" y="404813"/>
            <a:ext cx="7726362" cy="939800"/>
          </a:xfrm>
        </p:spPr>
        <p:txBody>
          <a:bodyPr/>
          <a:lstStyle/>
          <a:p>
            <a:r>
              <a:rPr lang="en-GB" sz="2800" b="1" dirty="0">
                <a:solidFill>
                  <a:srgbClr val="FF0000"/>
                </a:solidFill>
              </a:rPr>
              <a:t>Activity - Identifying and Managing Software Development Risks</a:t>
            </a:r>
          </a:p>
        </p:txBody>
      </p:sp>
      <p:sp>
        <p:nvSpPr>
          <p:cNvPr id="3" name="Content Placeholder 2">
            <a:extLst>
              <a:ext uri="{FF2B5EF4-FFF2-40B4-BE49-F238E27FC236}">
                <a16:creationId xmlns:a16="http://schemas.microsoft.com/office/drawing/2014/main" id="{2B5A1BD7-9F00-175D-05C4-3C5DFEAE212E}"/>
              </a:ext>
            </a:extLst>
          </p:cNvPr>
          <p:cNvSpPr>
            <a:spLocks noGrp="1"/>
          </p:cNvSpPr>
          <p:nvPr>
            <p:ph idx="1"/>
          </p:nvPr>
        </p:nvSpPr>
        <p:spPr>
          <a:xfrm>
            <a:off x="375994" y="1772815"/>
            <a:ext cx="6354171" cy="1152128"/>
          </a:xfrm>
        </p:spPr>
        <p:txBody>
          <a:bodyPr/>
          <a:lstStyle/>
          <a:p>
            <a:r>
              <a:rPr lang="en-GB" sz="1800" b="1" dirty="0"/>
              <a:t>Objective:</a:t>
            </a:r>
          </a:p>
          <a:p>
            <a:pPr lvl="1"/>
            <a:r>
              <a:rPr lang="en-GB" sz="1400" dirty="0"/>
              <a:t>Work in your teams to investigate and analyse key risks in software development and develop strategies to manage or mitigate those risks.</a:t>
            </a:r>
          </a:p>
          <a:p>
            <a:pPr lvl="1"/>
            <a:endParaRPr lang="en-GB" dirty="0"/>
          </a:p>
          <a:p>
            <a:endParaRPr lang="en-GB" dirty="0"/>
          </a:p>
        </p:txBody>
      </p:sp>
      <p:sp>
        <p:nvSpPr>
          <p:cNvPr id="4" name="Content Placeholder 2">
            <a:extLst>
              <a:ext uri="{FF2B5EF4-FFF2-40B4-BE49-F238E27FC236}">
                <a16:creationId xmlns:a16="http://schemas.microsoft.com/office/drawing/2014/main" id="{96F715E9-55CB-267D-8F5F-FDF9C3BAC7F6}"/>
              </a:ext>
            </a:extLst>
          </p:cNvPr>
          <p:cNvSpPr txBox="1">
            <a:spLocks/>
          </p:cNvSpPr>
          <p:nvPr/>
        </p:nvSpPr>
        <p:spPr bwMode="auto">
          <a:xfrm>
            <a:off x="391646" y="4448627"/>
            <a:ext cx="4896544" cy="17647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cs typeface="+mn-cs"/>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cs typeface="+mn-cs"/>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cs typeface="+mn-cs"/>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cs typeface="+mn-cs"/>
              </a:defRPr>
            </a:lvl5pPr>
            <a:lvl6pPr marL="25146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6pPr>
            <a:lvl7pPr marL="29718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7pPr>
            <a:lvl8pPr marL="34290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8pPr>
            <a:lvl9pPr marL="38862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9pPr>
          </a:lstStyle>
          <a:p>
            <a:r>
              <a:rPr lang="en-US" sz="1800" b="1" dirty="0"/>
              <a:t>Tasks</a:t>
            </a:r>
          </a:p>
          <a:p>
            <a:pPr lvl="1">
              <a:buFont typeface="+mj-lt"/>
              <a:buAutoNum type="arabicPeriod"/>
            </a:pPr>
            <a:r>
              <a:rPr lang="en-US" sz="1400" dirty="0">
                <a:cs typeface="Arial" pitchFamily="34" charset="0"/>
              </a:rPr>
              <a:t>Research and identify at least 2–3 risks in each category assigned to your group.</a:t>
            </a:r>
            <a:endParaRPr lang="en-GB" sz="1400" dirty="0">
              <a:cs typeface="Arial" pitchFamily="34" charset="0"/>
            </a:endParaRPr>
          </a:p>
          <a:p>
            <a:pPr lvl="1">
              <a:buFont typeface="+mj-lt"/>
              <a:buAutoNum type="arabicPeriod"/>
            </a:pPr>
            <a:r>
              <a:rPr lang="en-US" sz="1400" dirty="0">
                <a:cs typeface="Arial" pitchFamily="34" charset="0"/>
              </a:rPr>
              <a:t>Assess the likelihood and potential impact of each risk (low, medium, high).</a:t>
            </a:r>
            <a:endParaRPr lang="en-GB" sz="1400" dirty="0">
              <a:cs typeface="Arial" pitchFamily="34" charset="0"/>
            </a:endParaRPr>
          </a:p>
          <a:p>
            <a:pPr lvl="1">
              <a:buFont typeface="+mj-lt"/>
              <a:buAutoNum type="arabicPeriod"/>
            </a:pPr>
            <a:r>
              <a:rPr lang="en-US" sz="1400" dirty="0">
                <a:cs typeface="Arial" pitchFamily="34" charset="0"/>
              </a:rPr>
              <a:t>Propose mitigation strategies or policies to reduce or manage these risks.</a:t>
            </a:r>
            <a:endParaRPr lang="en-GB" sz="1400" dirty="0">
              <a:cs typeface="Arial" pitchFamily="34" charset="0"/>
            </a:endParaRPr>
          </a:p>
          <a:p>
            <a:pPr lvl="1">
              <a:buFont typeface="+mj-lt"/>
              <a:buAutoNum type="arabicPeriod"/>
            </a:pPr>
            <a:r>
              <a:rPr lang="en-US" sz="1400" dirty="0">
                <a:cs typeface="Arial" pitchFamily="34" charset="0"/>
              </a:rPr>
              <a:t>Create a short risk register or visual summary to present to the class.</a:t>
            </a:r>
            <a:endParaRPr lang="en-GB" sz="1400" dirty="0">
              <a:cs typeface="Arial" pitchFamily="34" charset="0"/>
            </a:endParaRPr>
          </a:p>
        </p:txBody>
      </p:sp>
      <p:sp>
        <p:nvSpPr>
          <p:cNvPr id="5" name="Content Placeholder 2">
            <a:extLst>
              <a:ext uri="{FF2B5EF4-FFF2-40B4-BE49-F238E27FC236}">
                <a16:creationId xmlns:a16="http://schemas.microsoft.com/office/drawing/2014/main" id="{24776C73-966A-27CE-20F3-79B5D7B0483B}"/>
              </a:ext>
            </a:extLst>
          </p:cNvPr>
          <p:cNvSpPr txBox="1">
            <a:spLocks/>
          </p:cNvSpPr>
          <p:nvPr/>
        </p:nvSpPr>
        <p:spPr bwMode="auto">
          <a:xfrm>
            <a:off x="5152454" y="4325241"/>
            <a:ext cx="3599900" cy="13681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cs typeface="+mn-cs"/>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cs typeface="+mn-cs"/>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cs typeface="+mn-cs"/>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cs typeface="+mn-cs"/>
              </a:defRPr>
            </a:lvl5pPr>
            <a:lvl6pPr marL="25146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6pPr>
            <a:lvl7pPr marL="29718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7pPr>
            <a:lvl8pPr marL="34290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8pPr>
            <a:lvl9pPr marL="38862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9pPr>
          </a:lstStyle>
          <a:p>
            <a:r>
              <a:rPr lang="en-GB" sz="1800" b="1" dirty="0"/>
              <a:t>Deliverables:</a:t>
            </a:r>
          </a:p>
          <a:p>
            <a:pPr lvl="1"/>
            <a:r>
              <a:rPr lang="en-GB" sz="1400" dirty="0"/>
              <a:t>Identify and assess 2–3 risks per area</a:t>
            </a:r>
          </a:p>
          <a:p>
            <a:pPr lvl="1"/>
            <a:r>
              <a:rPr lang="en-GB" sz="1400" dirty="0"/>
              <a:t>Evaluate risk likelihood and impact</a:t>
            </a:r>
          </a:p>
          <a:p>
            <a:pPr lvl="1"/>
            <a:r>
              <a:rPr lang="en-GB" sz="1400" dirty="0"/>
              <a:t>Propose realistic mitigation strategies</a:t>
            </a:r>
          </a:p>
          <a:p>
            <a:pPr lvl="1"/>
            <a:r>
              <a:rPr lang="en-GB" sz="1400" dirty="0"/>
              <a:t>Present a visual risk summary or register to the class</a:t>
            </a:r>
            <a:endParaRPr lang="en-GB" sz="1400" kern="0" dirty="0"/>
          </a:p>
        </p:txBody>
      </p:sp>
      <p:pic>
        <p:nvPicPr>
          <p:cNvPr id="1026" name="Picture 2" descr="Common Risks in Software Development and How You Can Avoid Them ⋆ Geneca">
            <a:extLst>
              <a:ext uri="{FF2B5EF4-FFF2-40B4-BE49-F238E27FC236}">
                <a16:creationId xmlns:a16="http://schemas.microsoft.com/office/drawing/2014/main" id="{819C0FBF-2F5B-8F9C-AEF8-E735226A92E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730165" y="1735102"/>
            <a:ext cx="2182316" cy="1227553"/>
          </a:xfrm>
          <a:prstGeom prst="rect">
            <a:avLst/>
          </a:prstGeom>
          <a:noFill/>
          <a:extLst>
            <a:ext uri="{909E8E84-426E-40DD-AFC4-6F175D3DCCD1}">
              <a14:hiddenFill xmlns:a14="http://schemas.microsoft.com/office/drawing/2010/main">
                <a:solidFill>
                  <a:srgbClr val="FFFFFF"/>
                </a:solidFill>
              </a14:hiddenFill>
            </a:ext>
          </a:extLst>
        </p:spPr>
      </p:pic>
      <p:sp>
        <p:nvSpPr>
          <p:cNvPr id="7" name="Content Placeholder 2">
            <a:extLst>
              <a:ext uri="{FF2B5EF4-FFF2-40B4-BE49-F238E27FC236}">
                <a16:creationId xmlns:a16="http://schemas.microsoft.com/office/drawing/2014/main" id="{D341EAF9-2DB7-689C-71CF-59E1C07BBDCD}"/>
              </a:ext>
            </a:extLst>
          </p:cNvPr>
          <p:cNvSpPr txBox="1">
            <a:spLocks/>
          </p:cNvSpPr>
          <p:nvPr/>
        </p:nvSpPr>
        <p:spPr bwMode="auto">
          <a:xfrm>
            <a:off x="391646" y="2890010"/>
            <a:ext cx="8752354" cy="13681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cs typeface="+mn-cs"/>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cs typeface="+mn-cs"/>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cs typeface="+mn-cs"/>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cs typeface="+mn-cs"/>
              </a:defRPr>
            </a:lvl5pPr>
            <a:lvl6pPr marL="25146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6pPr>
            <a:lvl7pPr marL="29718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7pPr>
            <a:lvl8pPr marL="34290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8pPr>
            <a:lvl9pPr marL="38862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9pPr>
          </a:lstStyle>
          <a:p>
            <a:r>
              <a:rPr lang="en-US" sz="1800" b="1" dirty="0"/>
              <a:t>Team assignments</a:t>
            </a:r>
          </a:p>
          <a:p>
            <a:pPr lvl="1"/>
            <a:r>
              <a:rPr lang="en-US" sz="1400" dirty="0"/>
              <a:t>Each team member will take responsibility for a different category of risk assessment and planning.</a:t>
            </a:r>
          </a:p>
          <a:p>
            <a:pPr lvl="2"/>
            <a:r>
              <a:rPr lang="en-GB" sz="1400" dirty="0"/>
              <a:t>Technical Risks</a:t>
            </a:r>
          </a:p>
          <a:p>
            <a:pPr lvl="2"/>
            <a:r>
              <a:rPr lang="en-GB" sz="1400" dirty="0"/>
              <a:t>Business and Legal Risks</a:t>
            </a:r>
          </a:p>
          <a:p>
            <a:pPr lvl="2"/>
            <a:r>
              <a:rPr lang="en-GB" sz="1400" dirty="0"/>
              <a:t>Operational and User Risks</a:t>
            </a:r>
          </a:p>
        </p:txBody>
      </p:sp>
    </p:spTree>
    <p:extLst>
      <p:ext uri="{BB962C8B-B14F-4D97-AF65-F5344CB8AC3E}">
        <p14:creationId xmlns:p14="http://schemas.microsoft.com/office/powerpoint/2010/main" val="2914980761"/>
      </p:ext>
    </p:extLst>
  </p:cSld>
  <p:clrMapOvr>
    <a:masterClrMapping/>
  </p:clrMapOvr>
</p:sld>
</file>

<file path=ppt/theme/theme1.xml><?xml version="1.0" encoding="utf-8"?>
<a:theme xmlns:a="http://schemas.openxmlformats.org/drawingml/2006/main" name="Blends">
  <a:themeElements>
    <a:clrScheme name="Blends 2">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fontScheme name="Blends">
      <a:majorFont>
        <a:latin typeface="Tahoma"/>
        <a:ea typeface=""/>
        <a:cs typeface="Arial"/>
      </a:majorFont>
      <a:minorFont>
        <a:latin typeface="Tahoma"/>
        <a:ea typeface=""/>
        <a:cs typeface="Arial"/>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Blends 1">
        <a:dk1>
          <a:srgbClr val="969696"/>
        </a:dk1>
        <a:lt1>
          <a:srgbClr val="FFFFFF"/>
        </a:lt1>
        <a:dk2>
          <a:srgbClr val="000000"/>
        </a:dk2>
        <a:lt2>
          <a:srgbClr val="DDDDDD"/>
        </a:lt2>
        <a:accent1>
          <a:srgbClr val="00E4A8"/>
        </a:accent1>
        <a:accent2>
          <a:srgbClr val="3333CC"/>
        </a:accent2>
        <a:accent3>
          <a:srgbClr val="AAAAAA"/>
        </a:accent3>
        <a:accent4>
          <a:srgbClr val="DADADA"/>
        </a:accent4>
        <a:accent5>
          <a:srgbClr val="AAEFD1"/>
        </a:accent5>
        <a:accent6>
          <a:srgbClr val="2D2DB9"/>
        </a:accent6>
        <a:hlink>
          <a:srgbClr val="FF5050"/>
        </a:hlink>
        <a:folHlink>
          <a:srgbClr val="FFCF01"/>
        </a:folHlink>
      </a:clrScheme>
      <a:clrMap bg1="dk2" tx1="lt1" bg2="dk1" tx2="lt2" accent1="accent1" accent2="accent2" accent3="accent3" accent4="accent4" accent5="accent5" accent6="accent6" hlink="hlink" folHlink="folHlink"/>
    </a:extraClrScheme>
    <a:extraClrScheme>
      <a:clrScheme name="Blends 2">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clrMap bg1="lt1" tx1="dk1" bg2="lt2" tx2="dk2" accent1="accent1" accent2="accent2" accent3="accent3" accent4="accent4" accent5="accent5" accent6="accent6" hlink="hlink" folHlink="folHlink"/>
    </a:extraClrScheme>
    <a:extraClrScheme>
      <a:clrScheme name="Blends 3">
        <a:dk1>
          <a:srgbClr val="000000"/>
        </a:dk1>
        <a:lt1>
          <a:srgbClr val="FFFFFF"/>
        </a:lt1>
        <a:dk2>
          <a:srgbClr val="000000"/>
        </a:dk2>
        <a:lt2>
          <a:srgbClr val="5F5F5F"/>
        </a:lt2>
        <a:accent1>
          <a:srgbClr val="EAEAEA"/>
        </a:accent1>
        <a:accent2>
          <a:srgbClr val="808080"/>
        </a:accent2>
        <a:accent3>
          <a:srgbClr val="FFFFFF"/>
        </a:accent3>
        <a:accent4>
          <a:srgbClr val="000000"/>
        </a:accent4>
        <a:accent5>
          <a:srgbClr val="F3F3F3"/>
        </a:accent5>
        <a:accent6>
          <a:srgbClr val="737373"/>
        </a:accent6>
        <a:hlink>
          <a:srgbClr val="4D4D4D"/>
        </a:hlink>
        <a:folHlink>
          <a:srgbClr val="C0C0C0"/>
        </a:folHlink>
      </a:clrScheme>
      <a:clrMap bg1="lt1" tx1="dk1" bg2="lt2" tx2="dk2" accent1="accent1" accent2="accent2" accent3="accent3" accent4="accent4" accent5="accent5" accent6="accent6" hlink="hlink" folHlink="folHlink"/>
    </a:extraClrScheme>
    <a:extraClrScheme>
      <a:clrScheme name="Blends 4">
        <a:dk1>
          <a:srgbClr val="000094"/>
        </a:dk1>
        <a:lt1>
          <a:srgbClr val="FFFFFF"/>
        </a:lt1>
        <a:dk2>
          <a:srgbClr val="0000CC"/>
        </a:dk2>
        <a:lt2>
          <a:srgbClr val="FFFFCC"/>
        </a:lt2>
        <a:accent1>
          <a:srgbClr val="3193FF"/>
        </a:accent1>
        <a:accent2>
          <a:srgbClr val="9900FF"/>
        </a:accent2>
        <a:accent3>
          <a:srgbClr val="AAAAE2"/>
        </a:accent3>
        <a:accent4>
          <a:srgbClr val="DADADA"/>
        </a:accent4>
        <a:accent5>
          <a:srgbClr val="ADC8FF"/>
        </a:accent5>
        <a:accent6>
          <a:srgbClr val="8A00E7"/>
        </a:accent6>
        <a:hlink>
          <a:srgbClr val="FF3399"/>
        </a:hlink>
        <a:folHlink>
          <a:srgbClr val="FFCC00"/>
        </a:folHlink>
      </a:clrScheme>
      <a:clrMap bg1="dk2" tx1="lt1" bg2="dk1" tx2="lt2" accent1="accent1" accent2="accent2" accent3="accent3" accent4="accent4" accent5="accent5" accent6="accent6" hlink="hlink" folHlink="folHlink"/>
    </a:extraClrScheme>
    <a:extraClrScheme>
      <a:clrScheme name="Blends 5">
        <a:dk1>
          <a:srgbClr val="000000"/>
        </a:dk1>
        <a:lt1>
          <a:srgbClr val="FFFFFF"/>
        </a:lt1>
        <a:dk2>
          <a:srgbClr val="000066"/>
        </a:dk2>
        <a:lt2>
          <a:srgbClr val="333333"/>
        </a:lt2>
        <a:accent1>
          <a:srgbClr val="C4709A"/>
        </a:accent1>
        <a:accent2>
          <a:srgbClr val="4B4EB5"/>
        </a:accent2>
        <a:accent3>
          <a:srgbClr val="FFFFFF"/>
        </a:accent3>
        <a:accent4>
          <a:srgbClr val="000000"/>
        </a:accent4>
        <a:accent5>
          <a:srgbClr val="DEBBCA"/>
        </a:accent5>
        <a:accent6>
          <a:srgbClr val="4346A4"/>
        </a:accent6>
        <a:hlink>
          <a:srgbClr val="C481CF"/>
        </a:hlink>
        <a:folHlink>
          <a:srgbClr val="76B749"/>
        </a:folHlink>
      </a:clrScheme>
      <a:clrMap bg1="lt1" tx1="dk1" bg2="lt2" tx2="dk2" accent1="accent1" accent2="accent2" accent3="accent3" accent4="accent4" accent5="accent5" accent6="accent6" hlink="hlink" folHlink="folHlink"/>
    </a:extraClrScheme>
    <a:extraClrScheme>
      <a:clrScheme name="Blends 6">
        <a:dk1>
          <a:srgbClr val="000000"/>
        </a:dk1>
        <a:lt1>
          <a:srgbClr val="FFFFFF"/>
        </a:lt1>
        <a:dk2>
          <a:srgbClr val="6A4076"/>
        </a:dk2>
        <a:lt2>
          <a:srgbClr val="969696"/>
        </a:lt2>
        <a:accent1>
          <a:srgbClr val="DBA9C2"/>
        </a:accent1>
        <a:accent2>
          <a:srgbClr val="E1BF91"/>
        </a:accent2>
        <a:accent3>
          <a:srgbClr val="FFFFFF"/>
        </a:accent3>
        <a:accent4>
          <a:srgbClr val="000000"/>
        </a:accent4>
        <a:accent5>
          <a:srgbClr val="EAD1DD"/>
        </a:accent5>
        <a:accent6>
          <a:srgbClr val="CCAD83"/>
        </a:accent6>
        <a:hlink>
          <a:srgbClr val="B3CE82"/>
        </a:hlink>
        <a:folHlink>
          <a:srgbClr val="B8AD48"/>
        </a:folHlink>
      </a:clrScheme>
      <a:clrMap bg1="lt1" tx1="dk1" bg2="lt2" tx2="dk2" accent1="accent1" accent2="accent2" accent3="accent3" accent4="accent4" accent5="accent5" accent6="accent6" hlink="hlink" folHlink="folHlink"/>
    </a:extraClrScheme>
    <a:extraClrScheme>
      <a:clrScheme name="Blends 7">
        <a:dk1>
          <a:srgbClr val="000000"/>
        </a:dk1>
        <a:lt1>
          <a:srgbClr val="FFFFFF"/>
        </a:lt1>
        <a:dk2>
          <a:srgbClr val="515F7B"/>
        </a:dk2>
        <a:lt2>
          <a:srgbClr val="808080"/>
        </a:lt2>
        <a:accent1>
          <a:srgbClr val="9FCAD3"/>
        </a:accent1>
        <a:accent2>
          <a:srgbClr val="C0C0C0"/>
        </a:accent2>
        <a:accent3>
          <a:srgbClr val="FFFFFF"/>
        </a:accent3>
        <a:accent4>
          <a:srgbClr val="000000"/>
        </a:accent4>
        <a:accent5>
          <a:srgbClr val="CDE1E6"/>
        </a:accent5>
        <a:accent6>
          <a:srgbClr val="AEAEAE"/>
        </a:accent6>
        <a:hlink>
          <a:srgbClr val="91AFBF"/>
        </a:hlink>
        <a:folHlink>
          <a:srgbClr val="ECEAAC"/>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1_Blends">
  <a:themeElements>
    <a:clrScheme name="Blends 2">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fontScheme name="Blends">
      <a:majorFont>
        <a:latin typeface="Tahoma"/>
        <a:ea typeface=""/>
        <a:cs typeface="Arial"/>
      </a:majorFont>
      <a:minorFont>
        <a:latin typeface="Tahoma"/>
        <a:ea typeface=""/>
        <a:cs typeface="Arial"/>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Blends 1">
        <a:dk1>
          <a:srgbClr val="969696"/>
        </a:dk1>
        <a:lt1>
          <a:srgbClr val="FFFFFF"/>
        </a:lt1>
        <a:dk2>
          <a:srgbClr val="000000"/>
        </a:dk2>
        <a:lt2>
          <a:srgbClr val="DDDDDD"/>
        </a:lt2>
        <a:accent1>
          <a:srgbClr val="00E4A8"/>
        </a:accent1>
        <a:accent2>
          <a:srgbClr val="3333CC"/>
        </a:accent2>
        <a:accent3>
          <a:srgbClr val="AAAAAA"/>
        </a:accent3>
        <a:accent4>
          <a:srgbClr val="DADADA"/>
        </a:accent4>
        <a:accent5>
          <a:srgbClr val="AAEFD1"/>
        </a:accent5>
        <a:accent6>
          <a:srgbClr val="2D2DB9"/>
        </a:accent6>
        <a:hlink>
          <a:srgbClr val="FF5050"/>
        </a:hlink>
        <a:folHlink>
          <a:srgbClr val="FFCF01"/>
        </a:folHlink>
      </a:clrScheme>
      <a:clrMap bg1="dk2" tx1="lt1" bg2="dk1" tx2="lt2" accent1="accent1" accent2="accent2" accent3="accent3" accent4="accent4" accent5="accent5" accent6="accent6" hlink="hlink" folHlink="folHlink"/>
    </a:extraClrScheme>
    <a:extraClrScheme>
      <a:clrScheme name="Blends 2">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clrMap bg1="lt1" tx1="dk1" bg2="lt2" tx2="dk2" accent1="accent1" accent2="accent2" accent3="accent3" accent4="accent4" accent5="accent5" accent6="accent6" hlink="hlink" folHlink="folHlink"/>
    </a:extraClrScheme>
    <a:extraClrScheme>
      <a:clrScheme name="Blends 3">
        <a:dk1>
          <a:srgbClr val="000000"/>
        </a:dk1>
        <a:lt1>
          <a:srgbClr val="FFFFFF"/>
        </a:lt1>
        <a:dk2>
          <a:srgbClr val="000000"/>
        </a:dk2>
        <a:lt2>
          <a:srgbClr val="5F5F5F"/>
        </a:lt2>
        <a:accent1>
          <a:srgbClr val="EAEAEA"/>
        </a:accent1>
        <a:accent2>
          <a:srgbClr val="808080"/>
        </a:accent2>
        <a:accent3>
          <a:srgbClr val="FFFFFF"/>
        </a:accent3>
        <a:accent4>
          <a:srgbClr val="000000"/>
        </a:accent4>
        <a:accent5>
          <a:srgbClr val="F3F3F3"/>
        </a:accent5>
        <a:accent6>
          <a:srgbClr val="737373"/>
        </a:accent6>
        <a:hlink>
          <a:srgbClr val="4D4D4D"/>
        </a:hlink>
        <a:folHlink>
          <a:srgbClr val="C0C0C0"/>
        </a:folHlink>
      </a:clrScheme>
      <a:clrMap bg1="lt1" tx1="dk1" bg2="lt2" tx2="dk2" accent1="accent1" accent2="accent2" accent3="accent3" accent4="accent4" accent5="accent5" accent6="accent6" hlink="hlink" folHlink="folHlink"/>
    </a:extraClrScheme>
    <a:extraClrScheme>
      <a:clrScheme name="Blends 4">
        <a:dk1>
          <a:srgbClr val="000094"/>
        </a:dk1>
        <a:lt1>
          <a:srgbClr val="FFFFFF"/>
        </a:lt1>
        <a:dk2>
          <a:srgbClr val="0000CC"/>
        </a:dk2>
        <a:lt2>
          <a:srgbClr val="FFFFCC"/>
        </a:lt2>
        <a:accent1>
          <a:srgbClr val="3193FF"/>
        </a:accent1>
        <a:accent2>
          <a:srgbClr val="9900FF"/>
        </a:accent2>
        <a:accent3>
          <a:srgbClr val="AAAAE2"/>
        </a:accent3>
        <a:accent4>
          <a:srgbClr val="DADADA"/>
        </a:accent4>
        <a:accent5>
          <a:srgbClr val="ADC8FF"/>
        </a:accent5>
        <a:accent6>
          <a:srgbClr val="8A00E7"/>
        </a:accent6>
        <a:hlink>
          <a:srgbClr val="FF3399"/>
        </a:hlink>
        <a:folHlink>
          <a:srgbClr val="FFCC00"/>
        </a:folHlink>
      </a:clrScheme>
      <a:clrMap bg1="dk2" tx1="lt1" bg2="dk1" tx2="lt2" accent1="accent1" accent2="accent2" accent3="accent3" accent4="accent4" accent5="accent5" accent6="accent6" hlink="hlink" folHlink="folHlink"/>
    </a:extraClrScheme>
    <a:extraClrScheme>
      <a:clrScheme name="Blends 5">
        <a:dk1>
          <a:srgbClr val="000000"/>
        </a:dk1>
        <a:lt1>
          <a:srgbClr val="FFFFFF"/>
        </a:lt1>
        <a:dk2>
          <a:srgbClr val="000066"/>
        </a:dk2>
        <a:lt2>
          <a:srgbClr val="333333"/>
        </a:lt2>
        <a:accent1>
          <a:srgbClr val="C4709A"/>
        </a:accent1>
        <a:accent2>
          <a:srgbClr val="4B4EB5"/>
        </a:accent2>
        <a:accent3>
          <a:srgbClr val="FFFFFF"/>
        </a:accent3>
        <a:accent4>
          <a:srgbClr val="000000"/>
        </a:accent4>
        <a:accent5>
          <a:srgbClr val="DEBBCA"/>
        </a:accent5>
        <a:accent6>
          <a:srgbClr val="4346A4"/>
        </a:accent6>
        <a:hlink>
          <a:srgbClr val="C481CF"/>
        </a:hlink>
        <a:folHlink>
          <a:srgbClr val="76B749"/>
        </a:folHlink>
      </a:clrScheme>
      <a:clrMap bg1="lt1" tx1="dk1" bg2="lt2" tx2="dk2" accent1="accent1" accent2="accent2" accent3="accent3" accent4="accent4" accent5="accent5" accent6="accent6" hlink="hlink" folHlink="folHlink"/>
    </a:extraClrScheme>
    <a:extraClrScheme>
      <a:clrScheme name="Blends 6">
        <a:dk1>
          <a:srgbClr val="000000"/>
        </a:dk1>
        <a:lt1>
          <a:srgbClr val="FFFFFF"/>
        </a:lt1>
        <a:dk2>
          <a:srgbClr val="6A4076"/>
        </a:dk2>
        <a:lt2>
          <a:srgbClr val="969696"/>
        </a:lt2>
        <a:accent1>
          <a:srgbClr val="DBA9C2"/>
        </a:accent1>
        <a:accent2>
          <a:srgbClr val="E1BF91"/>
        </a:accent2>
        <a:accent3>
          <a:srgbClr val="FFFFFF"/>
        </a:accent3>
        <a:accent4>
          <a:srgbClr val="000000"/>
        </a:accent4>
        <a:accent5>
          <a:srgbClr val="EAD1DD"/>
        </a:accent5>
        <a:accent6>
          <a:srgbClr val="CCAD83"/>
        </a:accent6>
        <a:hlink>
          <a:srgbClr val="B3CE82"/>
        </a:hlink>
        <a:folHlink>
          <a:srgbClr val="B8AD48"/>
        </a:folHlink>
      </a:clrScheme>
      <a:clrMap bg1="lt1" tx1="dk1" bg2="lt2" tx2="dk2" accent1="accent1" accent2="accent2" accent3="accent3" accent4="accent4" accent5="accent5" accent6="accent6" hlink="hlink" folHlink="folHlink"/>
    </a:extraClrScheme>
    <a:extraClrScheme>
      <a:clrScheme name="Blends 7">
        <a:dk1>
          <a:srgbClr val="000000"/>
        </a:dk1>
        <a:lt1>
          <a:srgbClr val="FFFFFF"/>
        </a:lt1>
        <a:dk2>
          <a:srgbClr val="515F7B"/>
        </a:dk2>
        <a:lt2>
          <a:srgbClr val="808080"/>
        </a:lt2>
        <a:accent1>
          <a:srgbClr val="9FCAD3"/>
        </a:accent1>
        <a:accent2>
          <a:srgbClr val="C0C0C0"/>
        </a:accent2>
        <a:accent3>
          <a:srgbClr val="FFFFFF"/>
        </a:accent3>
        <a:accent4>
          <a:srgbClr val="000000"/>
        </a:accent4>
        <a:accent5>
          <a:srgbClr val="CDE1E6"/>
        </a:accent5>
        <a:accent6>
          <a:srgbClr val="AEAEAE"/>
        </a:accent6>
        <a:hlink>
          <a:srgbClr val="91AFBF"/>
        </a:hlink>
        <a:folHlink>
          <a:srgbClr val="ECEAAC"/>
        </a:folHlink>
      </a:clrScheme>
      <a:clrMap bg1="lt1" tx1="dk1" bg2="lt2" tx2="dk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1C646F5E18B7F644AA5B880758D99BE0" ma:contentTypeVersion="3" ma:contentTypeDescription="Create a new document." ma:contentTypeScope="" ma:versionID="490448f5ae9b61370604895a2dfcc020">
  <xsd:schema xmlns:xsd="http://www.w3.org/2001/XMLSchema" xmlns:xs="http://www.w3.org/2001/XMLSchema" xmlns:p="http://schemas.microsoft.com/office/2006/metadata/properties" xmlns:ns2="021b7eaa-8cd1-456a-877c-002ddc31b99c" targetNamespace="http://schemas.microsoft.com/office/2006/metadata/properties" ma:root="true" ma:fieldsID="5339858cdf68f8c0cf5a442d1ce7046e" ns2:_="">
    <xsd:import namespace="021b7eaa-8cd1-456a-877c-002ddc31b99c"/>
    <xsd:element name="properties">
      <xsd:complexType>
        <xsd:sequence>
          <xsd:element name="documentManagement">
            <xsd:complexType>
              <xsd:all>
                <xsd:element ref="ns2:MediaServiceMetadata" minOccurs="0"/>
                <xsd:element ref="ns2:MediaServiceFastMetadata"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021b7eaa-8cd1-456a-877c-002ddc31b99c"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E1D2948D-0ADB-4913-8156-621727B7AFE5}"/>
</file>

<file path=customXml/itemProps2.xml><?xml version="1.0" encoding="utf-8"?>
<ds:datastoreItem xmlns:ds="http://schemas.openxmlformats.org/officeDocument/2006/customXml" ds:itemID="{971DC3E0-3681-4562-9F2D-A2B296BE1FF1}"/>
</file>

<file path=customXml/itemProps3.xml><?xml version="1.0" encoding="utf-8"?>
<ds:datastoreItem xmlns:ds="http://schemas.openxmlformats.org/officeDocument/2006/customXml" ds:itemID="{BD459A92-EE8C-4100-B642-A1D9A33C23E7}"/>
</file>

<file path=docProps/app.xml><?xml version="1.0" encoding="utf-8"?>
<Properties xmlns="http://schemas.openxmlformats.org/officeDocument/2006/extended-properties" xmlns:vt="http://schemas.openxmlformats.org/officeDocument/2006/docPropsVTypes">
  <Template/>
  <TotalTime>2340</TotalTime>
  <Words>1404</Words>
  <Application>Microsoft Office PowerPoint</Application>
  <PresentationFormat>On-screen Show (4:3)</PresentationFormat>
  <Paragraphs>198</Paragraphs>
  <Slides>15</Slides>
  <Notes>15</Notes>
  <HiddenSlides>0</HiddenSlides>
  <MMClips>0</MMClips>
  <ScaleCrop>false</ScaleCrop>
  <HeadingPairs>
    <vt:vector size="6" baseType="variant">
      <vt:variant>
        <vt:lpstr>Fonts Used</vt:lpstr>
      </vt:variant>
      <vt:variant>
        <vt:i4>3</vt:i4>
      </vt:variant>
      <vt:variant>
        <vt:lpstr>Theme</vt:lpstr>
      </vt:variant>
      <vt:variant>
        <vt:i4>2</vt:i4>
      </vt:variant>
      <vt:variant>
        <vt:lpstr>Slide Titles</vt:lpstr>
      </vt:variant>
      <vt:variant>
        <vt:i4>15</vt:i4>
      </vt:variant>
    </vt:vector>
  </HeadingPairs>
  <TitlesOfParts>
    <vt:vector size="20" baseType="lpstr">
      <vt:lpstr>Arial</vt:lpstr>
      <vt:lpstr>Tahoma</vt:lpstr>
      <vt:lpstr>Wingdings</vt:lpstr>
      <vt:lpstr>Blends</vt:lpstr>
      <vt:lpstr>1_Blends</vt:lpstr>
      <vt:lpstr>Occupational Specialist Component Content: Digital Production, Design  and Development</vt:lpstr>
      <vt:lpstr>Learning Objectives</vt:lpstr>
      <vt:lpstr>Risk in Software Development</vt:lpstr>
      <vt:lpstr>Data and System Security</vt:lpstr>
      <vt:lpstr>Compatibility with Other Systems</vt:lpstr>
      <vt:lpstr>Development Time Constraints</vt:lpstr>
      <vt:lpstr>Requirements and KPIs Compliance</vt:lpstr>
      <vt:lpstr>Legal and Ethical Risk Areas</vt:lpstr>
      <vt:lpstr>User Engagement Risks</vt:lpstr>
      <vt:lpstr>Product Reach and Market Adoption</vt:lpstr>
      <vt:lpstr>Assessing and Prioritizing Risk</vt:lpstr>
      <vt:lpstr>Impact, Mitigation and Monitoring</vt:lpstr>
      <vt:lpstr>Policies and Procedures for Risk Control</vt:lpstr>
      <vt:lpstr>Risk-Based Decision Making</vt:lpstr>
      <vt:lpstr>Activity - Identifying and Managing Software Development Risks</vt:lpstr>
    </vt:vector>
  </TitlesOfParts>
  <Company>dabs.com PLC</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An Introduction to Programming and Visual Basic</dc:title>
  <dc:creator>Hamish</dc:creator>
  <cp:lastModifiedBy>Hamish Spencer</cp:lastModifiedBy>
  <cp:revision>377</cp:revision>
  <dcterms:created xsi:type="dcterms:W3CDTF">2010-11-28T12:04:27Z</dcterms:created>
  <dcterms:modified xsi:type="dcterms:W3CDTF">2025-08-01T11:38:35Z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0x0101001C646F5E18B7F644AA5B880758D99BE0</vt:lpwstr>
  </property>
</Properties>
</file>
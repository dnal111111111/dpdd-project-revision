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17"/>
  </p:notesMasterIdLst>
  <p:sldIdLst>
    <p:sldId id="345" r:id="rId3"/>
    <p:sldId id="344" r:id="rId4"/>
    <p:sldId id="346" r:id="rId5"/>
    <p:sldId id="356" r:id="rId6"/>
    <p:sldId id="347" r:id="rId7"/>
    <p:sldId id="348" r:id="rId8"/>
    <p:sldId id="349" r:id="rId9"/>
    <p:sldId id="324" r:id="rId10"/>
    <p:sldId id="350" r:id="rId11"/>
    <p:sldId id="351" r:id="rId12"/>
    <p:sldId id="352" r:id="rId13"/>
    <p:sldId id="353" r:id="rId14"/>
    <p:sldId id="354" r:id="rId15"/>
    <p:sldId id="355" r:id="rId16"/>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00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7" autoAdjust="0"/>
    <p:restoredTop sz="73209" autoAdjust="0"/>
  </p:normalViewPr>
  <p:slideViewPr>
    <p:cSldViewPr>
      <p:cViewPr varScale="1">
        <p:scale>
          <a:sx n="77" d="100"/>
          <a:sy n="77" d="100"/>
        </p:scale>
        <p:origin x="1638" y="84"/>
      </p:cViewPr>
      <p:guideLst>
        <p:guide orient="horz" pos="2341"/>
        <p:guide pos="2880"/>
      </p:guideLst>
    </p:cSldViewPr>
  </p:slideViewPr>
  <p:notesTextViewPr>
    <p:cViewPr>
      <p:scale>
        <a:sx n="100" d="100"/>
        <a:sy n="100" d="100"/>
      </p:scale>
      <p:origin x="0" y="0"/>
    </p:cViewPr>
  </p:notesTextViewPr>
  <p:notesViewPr>
    <p:cSldViewPr>
      <p:cViewPr>
        <p:scale>
          <a:sx n="75" d="100"/>
          <a:sy n="75" d="100"/>
        </p:scale>
        <p:origin x="-1536" y="283"/>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ustomXml" Target="../customXml/item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ustomXml" Target="../customXml/item2.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D15B3007-7C98-80F2-FB98-7252E7C55CF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DBB26313-5F25-FD75-49F8-E7C26BD6257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366C6ECA-A09C-6F4B-A01D-09EF1CFA262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3E0B1EE0-7A2E-6138-5FA0-75B97940658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04D053E7-9D39-A261-E041-F5FDEADDDC3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D6E01214-6F09-40F7-C424-1DC5D2CFD2DA}"/>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2C02D2B-775D-4A47-805A-0826653367B0}"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9B039956-87D1-C977-C50A-4269650EA0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8270F23-0C4B-420A-A525-FF98079D2340}"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FFE3A78F-9CE6-B3CC-81D8-8FF8E776751C}"/>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2D15D812-AEAF-0DB8-8D25-8346D61726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BC519D09-BEC2-3A62-7506-D37F4D574F6E}"/>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77F1CD00-A2D3-B6C5-7C0C-EF26EF6B38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460" name="Slide Number Placeholder 3">
            <a:extLst>
              <a:ext uri="{FF2B5EF4-FFF2-40B4-BE49-F238E27FC236}">
                <a16:creationId xmlns:a16="http://schemas.microsoft.com/office/drawing/2014/main" id="{1C9776B2-85F6-A1D9-B497-BAA02C9499C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D24E20F-E9D0-4535-8CAB-BF408098BB6E}" type="slidenum">
              <a:rPr lang="en-GB" altLang="en-US" smtClean="0"/>
              <a:pPr>
                <a:spcBef>
                  <a:spcPct val="0"/>
                </a:spcBef>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833E927-9045-E137-3BAA-B07F8154BF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4D5DC51-DC55-41A5-89F3-B1157CDE8FB1}" type="slidenum">
              <a:rPr lang="en-GB" altLang="en-US" smtClean="0"/>
              <a:pPr>
                <a:spcBef>
                  <a:spcPct val="0"/>
                </a:spcBef>
              </a:pPr>
              <a:t>4</a:t>
            </a:fld>
            <a:endParaRPr lang="en-GB" altLang="en-US"/>
          </a:p>
        </p:txBody>
      </p:sp>
      <p:sp>
        <p:nvSpPr>
          <p:cNvPr id="50179" name="Rectangle 2">
            <a:extLst>
              <a:ext uri="{FF2B5EF4-FFF2-40B4-BE49-F238E27FC236}">
                <a16:creationId xmlns:a16="http://schemas.microsoft.com/office/drawing/2014/main" id="{75D8B5CC-8900-5E21-12A0-B3171674559D}"/>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8DE77852-73EA-BA17-6E96-D33AA09C80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altLang="en-US" sz="1200" b="1" dirty="0">
                <a:solidFill>
                  <a:srgbClr val="0070C0"/>
                </a:solidFill>
              </a:rPr>
              <a:t>Application of professional development planning (PDP)</a:t>
            </a:r>
          </a:p>
          <a:p>
            <a:pPr eaLnBrk="1" hangingPunct="1"/>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C8BCEB33-D74A-EAE6-662B-37C5A652E371}"/>
              </a:ext>
            </a:extLst>
          </p:cNvPr>
          <p:cNvSpPr>
            <a:spLocks noGrp="1" noRot="1" noChangeAspect="1" noChangeArrowheads="1" noTextEdit="1"/>
          </p:cNvSpPr>
          <p:nvPr>
            <p:ph type="sldImg"/>
          </p:nvPr>
        </p:nvSpPr>
        <p:spPr>
          <a:ln/>
        </p:spPr>
      </p:sp>
      <p:sp>
        <p:nvSpPr>
          <p:cNvPr id="52227" name="Notes Placeholder 2">
            <a:extLst>
              <a:ext uri="{FF2B5EF4-FFF2-40B4-BE49-F238E27FC236}">
                <a16:creationId xmlns:a16="http://schemas.microsoft.com/office/drawing/2014/main" id="{E289A533-884D-9666-2EA9-791E7CE3464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z="1400"/>
          </a:p>
        </p:txBody>
      </p:sp>
      <p:sp>
        <p:nvSpPr>
          <p:cNvPr id="52228" name="Slide Number Placeholder 3">
            <a:extLst>
              <a:ext uri="{FF2B5EF4-FFF2-40B4-BE49-F238E27FC236}">
                <a16:creationId xmlns:a16="http://schemas.microsoft.com/office/drawing/2014/main" id="{85B862BB-1B3A-C1CE-89E5-E5295DF3BE4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5726B9C-47C3-41D6-B698-B5F2FAF98A67}" type="slidenum">
              <a:rPr lang="en-GB" altLang="en-US" smtClean="0"/>
              <a:pPr/>
              <a:t>5</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AC0FB177-D68F-8DF3-8A6F-2567C81D6EF8}"/>
              </a:ext>
            </a:extLst>
          </p:cNvPr>
          <p:cNvSpPr>
            <a:spLocks noGrp="1" noRot="1" noChangeAspect="1" noChangeArrowheads="1" noTextEdit="1"/>
          </p:cNvSpPr>
          <p:nvPr>
            <p:ph type="sldImg"/>
          </p:nvPr>
        </p:nvSpPr>
        <p:spPr>
          <a:ln/>
        </p:spPr>
      </p:sp>
      <p:sp>
        <p:nvSpPr>
          <p:cNvPr id="54275" name="Notes Placeholder 2">
            <a:extLst>
              <a:ext uri="{FF2B5EF4-FFF2-40B4-BE49-F238E27FC236}">
                <a16:creationId xmlns:a16="http://schemas.microsoft.com/office/drawing/2014/main" id="{4CA67C8E-13C6-F7A9-8721-DDF10B6FF9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4276" name="Slide Number Placeholder 3">
            <a:extLst>
              <a:ext uri="{FF2B5EF4-FFF2-40B4-BE49-F238E27FC236}">
                <a16:creationId xmlns:a16="http://schemas.microsoft.com/office/drawing/2014/main" id="{653A6209-5A8A-2F95-4511-E4B31F8DD40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A95E460-CC55-46E5-BA36-7E5A8A80FE43}" type="slidenum">
              <a:rPr lang="en-GB" altLang="en-US" smtClean="0"/>
              <a:pPr/>
              <a:t>6</a:t>
            </a:fld>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F17894A0-32AE-27BD-FD75-2FE066C60BE3}"/>
              </a:ext>
            </a:extLst>
          </p:cNvPr>
          <p:cNvSpPr>
            <a:spLocks noGrp="1" noRot="1" noChangeAspect="1" noChangeArrowheads="1" noTextEdit="1"/>
          </p:cNvSpPr>
          <p:nvPr>
            <p:ph type="sldImg"/>
          </p:nvPr>
        </p:nvSpPr>
        <p:spPr>
          <a:ln/>
        </p:spPr>
      </p:sp>
      <p:sp>
        <p:nvSpPr>
          <p:cNvPr id="58371" name="Notes Placeholder 2">
            <a:extLst>
              <a:ext uri="{FF2B5EF4-FFF2-40B4-BE49-F238E27FC236}">
                <a16:creationId xmlns:a16="http://schemas.microsoft.com/office/drawing/2014/main" id="{A4941359-0812-7CE3-ABC7-ED8EC8A89E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8372" name="Slide Number Placeholder 3">
            <a:extLst>
              <a:ext uri="{FF2B5EF4-FFF2-40B4-BE49-F238E27FC236}">
                <a16:creationId xmlns:a16="http://schemas.microsoft.com/office/drawing/2014/main" id="{D5D8736D-1187-C57E-955F-A722B2322B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4E5AD8A-82DF-4D3C-A148-86619BC8D24B}" type="slidenum">
              <a:rPr lang="en-GB" altLang="en-US" smtClean="0"/>
              <a:pPr/>
              <a:t>9</a:t>
            </a:fld>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5D9C4A44-7E4E-80F6-582E-C9FB895839C9}"/>
              </a:ext>
            </a:extLst>
          </p:cNvPr>
          <p:cNvSpPr>
            <a:spLocks noGrp="1" noRot="1" noChangeAspect="1" noChangeArrowheads="1" noTextEdit="1"/>
          </p:cNvSpPr>
          <p:nvPr>
            <p:ph type="sldImg"/>
          </p:nvPr>
        </p:nvSpPr>
        <p:spPr>
          <a:ln/>
        </p:spPr>
      </p:sp>
      <p:sp>
        <p:nvSpPr>
          <p:cNvPr id="60419" name="Notes Placeholder 2">
            <a:extLst>
              <a:ext uri="{FF2B5EF4-FFF2-40B4-BE49-F238E27FC236}">
                <a16:creationId xmlns:a16="http://schemas.microsoft.com/office/drawing/2014/main" id="{9D8AEEE7-2D72-C8A6-7EFC-B792DBC5C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0420" name="Slide Number Placeholder 3">
            <a:extLst>
              <a:ext uri="{FF2B5EF4-FFF2-40B4-BE49-F238E27FC236}">
                <a16:creationId xmlns:a16="http://schemas.microsoft.com/office/drawing/2014/main" id="{A10068FB-B99D-B588-1131-2503B55434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E06D794-6E07-4B47-80CA-FFD671DC7105}" type="slidenum">
              <a:rPr lang="en-GB" altLang="en-US" smtClean="0"/>
              <a:pPr/>
              <a:t>10</a:t>
            </a:fld>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7192824A-83B9-7615-C1DE-5CABB95C5B33}"/>
              </a:ext>
            </a:extLst>
          </p:cNvPr>
          <p:cNvSpPr>
            <a:spLocks noGrp="1" noRot="1" noChangeAspect="1" noChangeArrowheads="1" noTextEdit="1"/>
          </p:cNvSpPr>
          <p:nvPr>
            <p:ph type="sldImg"/>
          </p:nvPr>
        </p:nvSpPr>
        <p:spPr>
          <a:ln/>
        </p:spPr>
      </p:sp>
      <p:sp>
        <p:nvSpPr>
          <p:cNvPr id="62467" name="Notes Placeholder 2">
            <a:extLst>
              <a:ext uri="{FF2B5EF4-FFF2-40B4-BE49-F238E27FC236}">
                <a16:creationId xmlns:a16="http://schemas.microsoft.com/office/drawing/2014/main" id="{1FC750AB-7E7E-620B-8A7E-30146446A0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2468" name="Slide Number Placeholder 3">
            <a:extLst>
              <a:ext uri="{FF2B5EF4-FFF2-40B4-BE49-F238E27FC236}">
                <a16:creationId xmlns:a16="http://schemas.microsoft.com/office/drawing/2014/main" id="{A1C95645-EB45-61A2-F06D-02E7C8C123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86C298-EE3D-41E2-A118-7A94F3FCDF75}" type="slidenum">
              <a:rPr lang="en-GB" altLang="en-US" smtClean="0"/>
              <a:pPr/>
              <a:t>11</a:t>
            </a:fld>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F97BD880-334B-0B67-1A95-1F1D04D7334D}"/>
              </a:ext>
            </a:extLst>
          </p:cNvPr>
          <p:cNvSpPr>
            <a:spLocks noGrp="1" noRot="1" noChangeAspect="1" noChangeArrowheads="1" noTextEdit="1"/>
          </p:cNvSpPr>
          <p:nvPr>
            <p:ph type="sldImg"/>
          </p:nvPr>
        </p:nvSpPr>
        <p:spPr>
          <a:ln/>
        </p:spPr>
      </p:sp>
      <p:sp>
        <p:nvSpPr>
          <p:cNvPr id="64515" name="Notes Placeholder 2">
            <a:extLst>
              <a:ext uri="{FF2B5EF4-FFF2-40B4-BE49-F238E27FC236}">
                <a16:creationId xmlns:a16="http://schemas.microsoft.com/office/drawing/2014/main" id="{35C4CBC2-B20C-B052-54D1-DA1EC3D5DD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a:t>
            </a:r>
            <a:endParaRPr lang="en-GB" altLang="en-US"/>
          </a:p>
        </p:txBody>
      </p:sp>
      <p:sp>
        <p:nvSpPr>
          <p:cNvPr id="64516" name="Slide Number Placeholder 3">
            <a:extLst>
              <a:ext uri="{FF2B5EF4-FFF2-40B4-BE49-F238E27FC236}">
                <a16:creationId xmlns:a16="http://schemas.microsoft.com/office/drawing/2014/main" id="{A8188C38-A005-2042-9706-C54933EA37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73C1085-94FF-4A67-8137-68098F4156F2}" type="slidenum">
              <a:rPr lang="en-GB" altLang="en-US" smtClean="0"/>
              <a:pPr/>
              <a:t>12</a:t>
            </a:fld>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423DBF17-5EC7-C9C7-52F7-DBCBA1DFF280}"/>
              </a:ext>
            </a:extLst>
          </p:cNvPr>
          <p:cNvSpPr>
            <a:spLocks noGrp="1" noRot="1" noChangeAspect="1" noChangeArrowheads="1" noTextEdit="1"/>
          </p:cNvSpPr>
          <p:nvPr>
            <p:ph type="sldImg"/>
          </p:nvPr>
        </p:nvSpPr>
        <p:spPr>
          <a:ln/>
        </p:spPr>
      </p:sp>
      <p:sp>
        <p:nvSpPr>
          <p:cNvPr id="66563" name="Notes Placeholder 2">
            <a:extLst>
              <a:ext uri="{FF2B5EF4-FFF2-40B4-BE49-F238E27FC236}">
                <a16:creationId xmlns:a16="http://schemas.microsoft.com/office/drawing/2014/main" id="{EF610D12-E072-6196-111A-819725CD61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6564" name="Slide Number Placeholder 3">
            <a:extLst>
              <a:ext uri="{FF2B5EF4-FFF2-40B4-BE49-F238E27FC236}">
                <a16:creationId xmlns:a16="http://schemas.microsoft.com/office/drawing/2014/main" id="{E8B9700A-187A-D3C6-60C4-4956B86F2B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055870C-2C28-4ECA-B21F-95CD26965B2F}" type="slidenum">
              <a:rPr lang="en-GB" altLang="en-US" smtClean="0"/>
              <a:pPr/>
              <a:t>13</a:t>
            </a:fld>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D3F9F09A-7D66-C98A-E816-58E53BB22621}"/>
              </a:ext>
            </a:extLst>
          </p:cNvPr>
          <p:cNvSpPr>
            <a:spLocks noGrp="1" noRot="1" noChangeAspect="1" noChangeArrowheads="1" noTextEdit="1"/>
          </p:cNvSpPr>
          <p:nvPr>
            <p:ph type="sldImg"/>
          </p:nvPr>
        </p:nvSpPr>
        <p:spPr>
          <a:ln/>
        </p:spPr>
      </p:sp>
      <p:sp>
        <p:nvSpPr>
          <p:cNvPr id="68611" name="Notes Placeholder 2">
            <a:extLst>
              <a:ext uri="{FF2B5EF4-FFF2-40B4-BE49-F238E27FC236}">
                <a16:creationId xmlns:a16="http://schemas.microsoft.com/office/drawing/2014/main" id="{C3D7345A-5AEA-DE08-E701-BF4F9A07C1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8612" name="Slide Number Placeholder 3">
            <a:extLst>
              <a:ext uri="{FF2B5EF4-FFF2-40B4-BE49-F238E27FC236}">
                <a16:creationId xmlns:a16="http://schemas.microsoft.com/office/drawing/2014/main" id="{83AC8005-5E2C-953C-BE85-6FD86F321A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B8EFFA9-E91F-4AE1-B418-4A156D70E251}" type="slidenum">
              <a:rPr lang="en-GB" altLang="en-US" smtClean="0"/>
              <a:pPr/>
              <a:t>14</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1EC40A5-3AE6-4285-6D45-E50BC4CE0308}"/>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7AE600CA-28D2-CAA3-8A6B-EB7D2B55853C}"/>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79E5C09C-6268-EE52-79EF-4BC1E4F556BE}"/>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2241FC25-F1E5-81B8-AF6F-382CDC111C2E}"/>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C165F4EE-66F4-E1EE-C711-C02C291E66A3}"/>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944277E1-EC31-84C7-2888-1B872674B8EB}"/>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171B20E0-C0B5-6AA9-B053-C391E5E66802}"/>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7EA52753-7734-2971-6201-5A8B0614FEA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EBEC58B4-3F29-4480-7C05-02B1FBF1E347}"/>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D82F67EA-BE17-5002-5546-DC98F18DBC77}"/>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02840936-9336-BCC6-BC3D-8E84E5B18B83}"/>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0B3A160C-2BD2-0D3F-83FC-256A6FE1E982}"/>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D4687C34-AA4A-97CA-ED89-9D919D7263D8}"/>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2982482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8E994EFD-3CBF-6F59-AA25-21D30E916F43}"/>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0B962E4-FEE3-54F0-F37D-F35532DB0EDF}"/>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C8752572-3CFD-F6AE-D8C3-6E86CE780339}"/>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9AF9E5B-EBAE-4633-A500-DD80C94CD083}" type="slidenum">
              <a:rPr lang="en-US" altLang="en-US"/>
              <a:pPr>
                <a:defRPr/>
              </a:pPr>
              <a:t>‹#›</a:t>
            </a:fld>
            <a:endParaRPr lang="en-US" altLang="en-US"/>
          </a:p>
        </p:txBody>
      </p:sp>
    </p:spTree>
    <p:extLst>
      <p:ext uri="{BB962C8B-B14F-4D97-AF65-F5344CB8AC3E}">
        <p14:creationId xmlns:p14="http://schemas.microsoft.com/office/powerpoint/2010/main" val="3536293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9A07BFD5-6C96-9C7C-4B47-61A55088936A}"/>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2D7FE363-246C-349C-7ABB-3C709A5990BD}"/>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EB93AE8-46EA-AC61-9E20-389FA1D20F4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4F78024-A046-4937-AB5E-7D7DAF5412B5}" type="slidenum">
              <a:rPr lang="en-US" altLang="en-US"/>
              <a:pPr>
                <a:defRPr/>
              </a:pPr>
              <a:t>‹#›</a:t>
            </a:fld>
            <a:endParaRPr lang="en-US" altLang="en-US"/>
          </a:p>
        </p:txBody>
      </p:sp>
    </p:spTree>
    <p:extLst>
      <p:ext uri="{BB962C8B-B14F-4D97-AF65-F5344CB8AC3E}">
        <p14:creationId xmlns:p14="http://schemas.microsoft.com/office/powerpoint/2010/main" val="4135550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0EA4443A-AD73-C57A-8ECE-910DADE70D39}"/>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42CE1F9B-2AE8-F2DA-34F2-423C92BB6D8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14D69ECA-E976-945E-214E-3A70A56B5E0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F6DF0AA-62F7-4F6A-9793-1C88EA6137D9}" type="slidenum">
              <a:rPr lang="en-US" altLang="en-US"/>
              <a:pPr>
                <a:defRPr/>
              </a:pPr>
              <a:t>‹#›</a:t>
            </a:fld>
            <a:endParaRPr lang="en-US" altLang="en-US"/>
          </a:p>
        </p:txBody>
      </p:sp>
    </p:spTree>
    <p:extLst>
      <p:ext uri="{BB962C8B-B14F-4D97-AF65-F5344CB8AC3E}">
        <p14:creationId xmlns:p14="http://schemas.microsoft.com/office/powerpoint/2010/main" val="3029621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749AF724-18F0-4D4B-8880-E014BF1413B4}"/>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231632D0-6091-1537-B080-93326261D957}"/>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35893745-2582-0FDE-763F-78CFD4C88D6B}"/>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BC42040-88A3-4F10-B948-6D37506370EF}" type="slidenum">
              <a:rPr lang="en-US" altLang="en-US"/>
              <a:pPr>
                <a:defRPr/>
              </a:pPr>
              <a:t>‹#›</a:t>
            </a:fld>
            <a:endParaRPr lang="en-US" altLang="en-US"/>
          </a:p>
        </p:txBody>
      </p:sp>
    </p:spTree>
    <p:extLst>
      <p:ext uri="{BB962C8B-B14F-4D97-AF65-F5344CB8AC3E}">
        <p14:creationId xmlns:p14="http://schemas.microsoft.com/office/powerpoint/2010/main" val="1102443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13CA811C-8340-43AA-60B0-AB21084F919A}"/>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DF33055A-C84E-8AD6-D877-2868EBDA0BCB}"/>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EDDA2AFA-F24D-FF03-A776-19268DBB2BC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6F10FE4-3388-4347-A568-533D7A6044F0}" type="slidenum">
              <a:rPr lang="en-US" altLang="en-US"/>
              <a:pPr>
                <a:defRPr/>
              </a:pPr>
              <a:t>‹#›</a:t>
            </a:fld>
            <a:endParaRPr lang="en-US" altLang="en-US"/>
          </a:p>
        </p:txBody>
      </p:sp>
    </p:spTree>
    <p:extLst>
      <p:ext uri="{BB962C8B-B14F-4D97-AF65-F5344CB8AC3E}">
        <p14:creationId xmlns:p14="http://schemas.microsoft.com/office/powerpoint/2010/main" val="937942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75E70F84-77BF-6391-65A5-31F347B81920}"/>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10590CD7-1A07-13CE-74D4-488ED5F3D2E9}"/>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1CA68709-28D7-469A-332F-2DC405C5393E}"/>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C598FA5-8452-49F3-A931-B953A184FD35}" type="slidenum">
              <a:rPr lang="en-US" altLang="en-US"/>
              <a:pPr>
                <a:defRPr/>
              </a:pPr>
              <a:t>‹#›</a:t>
            </a:fld>
            <a:endParaRPr lang="en-US" altLang="en-US"/>
          </a:p>
        </p:txBody>
      </p:sp>
    </p:spTree>
    <p:extLst>
      <p:ext uri="{BB962C8B-B14F-4D97-AF65-F5344CB8AC3E}">
        <p14:creationId xmlns:p14="http://schemas.microsoft.com/office/powerpoint/2010/main" val="3186998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CC042EA-1DD9-12DF-D941-5B3F8AEF82B7}"/>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EC2C002F-BCDD-8ADF-6BA6-637D07B75FB9}"/>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A9DA80E3-ACCD-0FB7-DC17-4DEDE585176D}"/>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0ACBC75-E545-4AF6-93D3-6338CA30912C}" type="slidenum">
              <a:rPr lang="en-US" altLang="en-US"/>
              <a:pPr>
                <a:defRPr/>
              </a:pPr>
              <a:t>‹#›</a:t>
            </a:fld>
            <a:endParaRPr lang="en-US" altLang="en-US"/>
          </a:p>
        </p:txBody>
      </p:sp>
    </p:spTree>
    <p:extLst>
      <p:ext uri="{BB962C8B-B14F-4D97-AF65-F5344CB8AC3E}">
        <p14:creationId xmlns:p14="http://schemas.microsoft.com/office/powerpoint/2010/main" val="3353070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F2C0C210-029A-71C5-38E9-0D3FA204D054}"/>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9545D3DD-BB03-ABD5-7E10-5D7E4BEBD69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E302C5F2-5E97-51E0-6B51-094F1D49A43B}"/>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3A3D81B-44CA-4EF7-9C63-7B20F3D09034}" type="slidenum">
              <a:rPr lang="en-US" altLang="en-US"/>
              <a:pPr>
                <a:defRPr/>
              </a:pPr>
              <a:t>‹#›</a:t>
            </a:fld>
            <a:endParaRPr lang="en-US" altLang="en-US"/>
          </a:p>
        </p:txBody>
      </p:sp>
    </p:spTree>
    <p:extLst>
      <p:ext uri="{BB962C8B-B14F-4D97-AF65-F5344CB8AC3E}">
        <p14:creationId xmlns:p14="http://schemas.microsoft.com/office/powerpoint/2010/main" val="3482278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CE041A08-6E86-8EDA-0B84-76C12C03A2BA}"/>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4AEE7BC4-CE35-FD4A-BD57-A4957F7D2224}"/>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874D6B96-0E59-5A20-0EF3-50043C4AD6BD}"/>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147F4E7-D077-44EF-A1C2-A6F2354F2933}" type="slidenum">
              <a:rPr lang="en-US" altLang="en-US"/>
              <a:pPr>
                <a:defRPr/>
              </a:pPr>
              <a:t>‹#›</a:t>
            </a:fld>
            <a:endParaRPr lang="en-US" altLang="en-US"/>
          </a:p>
        </p:txBody>
      </p:sp>
    </p:spTree>
    <p:extLst>
      <p:ext uri="{BB962C8B-B14F-4D97-AF65-F5344CB8AC3E}">
        <p14:creationId xmlns:p14="http://schemas.microsoft.com/office/powerpoint/2010/main" val="2438338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2C2F51AE-B0D1-9B78-CE13-B7721D5FF99F}"/>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5D46C99-7EC1-42F0-31FB-D0825A62D905}"/>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68F2A0C-A0E6-F29E-4B5C-06441D268DB1}"/>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790E606-F086-4256-818B-3631486C6936}" type="slidenum">
              <a:rPr lang="en-US" altLang="en-US"/>
              <a:pPr>
                <a:defRPr/>
              </a:pPr>
              <a:t>‹#›</a:t>
            </a:fld>
            <a:endParaRPr lang="en-US" altLang="en-US"/>
          </a:p>
        </p:txBody>
      </p:sp>
    </p:spTree>
    <p:extLst>
      <p:ext uri="{BB962C8B-B14F-4D97-AF65-F5344CB8AC3E}">
        <p14:creationId xmlns:p14="http://schemas.microsoft.com/office/powerpoint/2010/main" val="1762492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CE42DC1-69BE-14F8-287C-87B821268334}"/>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27692126-3841-F018-9A53-7EE1779A4F27}"/>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4628ACA9-628A-7A05-62DE-87479582909B}"/>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B3394B80-5598-A968-8BF6-710C96CE834A}"/>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DFBCBEBB-C765-C5FD-CA60-FB099F77B8AA}"/>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B332282D-8E2A-EB67-DECE-51036F4B61A8}"/>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402ED0ED-D2A7-3B35-5B74-6EC3701805CA}"/>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76ABD327-9332-188B-48C5-639042D0E94A}"/>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103E13FC-5D87-F760-4710-26DE2AF4F164}"/>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1B8CD7F7-FE85-8BF5-8A51-AF8B1962D4BE}"/>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8580BBF6-8B69-A41F-6CFD-EF95EF8CE19F}"/>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6FD6F8DE-5CFA-5F41-25D9-0CAF7862A67E}"/>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51BCCAF2-F9C5-A62E-3C53-17A3BF3A8514}"/>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4FDC42B5-45DB-4307-AAA5-359EFC322EE2}" type="slidenum">
              <a:rPr lang="en-US" altLang="en-US"/>
              <a:pPr>
                <a:defRPr/>
              </a:pPr>
              <a:t>‹#›</a:t>
            </a:fld>
            <a:endParaRPr lang="en-US" altLang="en-US"/>
          </a:p>
        </p:txBody>
      </p:sp>
    </p:spTree>
    <p:extLst>
      <p:ext uri="{BB962C8B-B14F-4D97-AF65-F5344CB8AC3E}">
        <p14:creationId xmlns:p14="http://schemas.microsoft.com/office/powerpoint/2010/main" val="3520450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1CE43FA7-853F-337F-29A1-0EEB74387E5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37C61B5-DCB9-2BEE-4F1E-64A6A870EF6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4424287A-65C6-DD66-9806-17E870B37B97}"/>
              </a:ext>
            </a:extLst>
          </p:cNvPr>
          <p:cNvSpPr>
            <a:spLocks noGrp="1" noChangeArrowheads="1"/>
          </p:cNvSpPr>
          <p:nvPr>
            <p:ph type="sldNum" sz="quarter" idx="12"/>
          </p:nvPr>
        </p:nvSpPr>
        <p:spPr>
          <a:ln/>
        </p:spPr>
        <p:txBody>
          <a:bodyPr/>
          <a:lstStyle>
            <a:lvl1pPr>
              <a:defRPr/>
            </a:lvl1pPr>
          </a:lstStyle>
          <a:p>
            <a:pPr>
              <a:defRPr/>
            </a:pPr>
            <a:fld id="{32DDFB07-4773-4D36-BF00-BAA64ECB5D0C}" type="slidenum">
              <a:rPr lang="en-US" altLang="en-US"/>
              <a:pPr>
                <a:defRPr/>
              </a:pPr>
              <a:t>‹#›</a:t>
            </a:fld>
            <a:endParaRPr lang="en-US" altLang="en-US"/>
          </a:p>
        </p:txBody>
      </p:sp>
    </p:spTree>
    <p:extLst>
      <p:ext uri="{BB962C8B-B14F-4D97-AF65-F5344CB8AC3E}">
        <p14:creationId xmlns:p14="http://schemas.microsoft.com/office/powerpoint/2010/main" val="279981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DE2E2290-A6A2-8B80-49D3-5B8E139394C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D487FAB-1188-48B8-770E-85FB0EAA1B6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25600F5-82A9-F29F-2CE5-09421B15FF6D}"/>
              </a:ext>
            </a:extLst>
          </p:cNvPr>
          <p:cNvSpPr>
            <a:spLocks noGrp="1" noChangeArrowheads="1"/>
          </p:cNvSpPr>
          <p:nvPr>
            <p:ph type="sldNum" sz="quarter" idx="12"/>
          </p:nvPr>
        </p:nvSpPr>
        <p:spPr>
          <a:ln/>
        </p:spPr>
        <p:txBody>
          <a:bodyPr/>
          <a:lstStyle>
            <a:lvl1pPr>
              <a:defRPr/>
            </a:lvl1pPr>
          </a:lstStyle>
          <a:p>
            <a:pPr>
              <a:defRPr/>
            </a:pPr>
            <a:fld id="{513A69B2-8A3D-4101-AAC8-5F336C33191A}" type="slidenum">
              <a:rPr lang="en-US" altLang="en-US"/>
              <a:pPr>
                <a:defRPr/>
              </a:pPr>
              <a:t>‹#›</a:t>
            </a:fld>
            <a:endParaRPr lang="en-US" altLang="en-US"/>
          </a:p>
        </p:txBody>
      </p:sp>
    </p:spTree>
    <p:extLst>
      <p:ext uri="{BB962C8B-B14F-4D97-AF65-F5344CB8AC3E}">
        <p14:creationId xmlns:p14="http://schemas.microsoft.com/office/powerpoint/2010/main" val="50892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06C77D42-6FDA-8BF5-CD36-4ED31C45865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AA35256-5E56-2F3B-CFB7-45E829DA4C4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CCA986B8-44FF-C560-E2DE-34EE2F96799F}"/>
              </a:ext>
            </a:extLst>
          </p:cNvPr>
          <p:cNvSpPr>
            <a:spLocks noGrp="1" noChangeArrowheads="1"/>
          </p:cNvSpPr>
          <p:nvPr>
            <p:ph type="sldNum" sz="quarter" idx="12"/>
          </p:nvPr>
        </p:nvSpPr>
        <p:spPr>
          <a:ln/>
        </p:spPr>
        <p:txBody>
          <a:bodyPr/>
          <a:lstStyle>
            <a:lvl1pPr>
              <a:defRPr/>
            </a:lvl1pPr>
          </a:lstStyle>
          <a:p>
            <a:pPr>
              <a:defRPr/>
            </a:pPr>
            <a:fld id="{6A401AE8-06EA-4B08-8082-6A9B490ABE95}" type="slidenum">
              <a:rPr lang="en-US" altLang="en-US"/>
              <a:pPr>
                <a:defRPr/>
              </a:pPr>
              <a:t>‹#›</a:t>
            </a:fld>
            <a:endParaRPr lang="en-US" altLang="en-US"/>
          </a:p>
        </p:txBody>
      </p:sp>
    </p:spTree>
    <p:extLst>
      <p:ext uri="{BB962C8B-B14F-4D97-AF65-F5344CB8AC3E}">
        <p14:creationId xmlns:p14="http://schemas.microsoft.com/office/powerpoint/2010/main" val="4873114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0A41FC96-36CC-88BF-F62E-E762FAB90020}"/>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1D7C7AA9-0493-55A3-E9B5-590D67B84B8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91715C7C-8454-1A06-28F9-637F3FD0BB8A}"/>
              </a:ext>
            </a:extLst>
          </p:cNvPr>
          <p:cNvSpPr>
            <a:spLocks noGrp="1" noChangeArrowheads="1"/>
          </p:cNvSpPr>
          <p:nvPr>
            <p:ph type="sldNum" sz="quarter" idx="12"/>
          </p:nvPr>
        </p:nvSpPr>
        <p:spPr>
          <a:ln/>
        </p:spPr>
        <p:txBody>
          <a:bodyPr/>
          <a:lstStyle>
            <a:lvl1pPr>
              <a:defRPr/>
            </a:lvl1pPr>
          </a:lstStyle>
          <a:p>
            <a:pPr>
              <a:defRPr/>
            </a:pPr>
            <a:fld id="{7C8882D2-30C7-4B14-86AF-F5B34ABCE25E}" type="slidenum">
              <a:rPr lang="en-US" altLang="en-US"/>
              <a:pPr>
                <a:defRPr/>
              </a:pPr>
              <a:t>‹#›</a:t>
            </a:fld>
            <a:endParaRPr lang="en-US" altLang="en-US"/>
          </a:p>
        </p:txBody>
      </p:sp>
    </p:spTree>
    <p:extLst>
      <p:ext uri="{BB962C8B-B14F-4D97-AF65-F5344CB8AC3E}">
        <p14:creationId xmlns:p14="http://schemas.microsoft.com/office/powerpoint/2010/main" val="11942319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21CA0873-C9A3-F068-2EC8-56369B2B11A3}"/>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E70ABF50-C494-3D73-69A9-69AB3B89657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50E7CE16-9781-C79A-CDD8-A71C3C427804}"/>
              </a:ext>
            </a:extLst>
          </p:cNvPr>
          <p:cNvSpPr>
            <a:spLocks noGrp="1" noChangeArrowheads="1"/>
          </p:cNvSpPr>
          <p:nvPr>
            <p:ph type="sldNum" sz="quarter" idx="12"/>
          </p:nvPr>
        </p:nvSpPr>
        <p:spPr>
          <a:ln/>
        </p:spPr>
        <p:txBody>
          <a:bodyPr/>
          <a:lstStyle>
            <a:lvl1pPr>
              <a:defRPr/>
            </a:lvl1pPr>
          </a:lstStyle>
          <a:p>
            <a:pPr>
              <a:defRPr/>
            </a:pPr>
            <a:fld id="{2727EB53-C180-48F6-A210-0E3E9929EC6C}" type="slidenum">
              <a:rPr lang="en-US" altLang="en-US"/>
              <a:pPr>
                <a:defRPr/>
              </a:pPr>
              <a:t>‹#›</a:t>
            </a:fld>
            <a:endParaRPr lang="en-US" altLang="en-US"/>
          </a:p>
        </p:txBody>
      </p:sp>
    </p:spTree>
    <p:extLst>
      <p:ext uri="{BB962C8B-B14F-4D97-AF65-F5344CB8AC3E}">
        <p14:creationId xmlns:p14="http://schemas.microsoft.com/office/powerpoint/2010/main" val="23520874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1A72E5AD-1CF1-7C29-8E02-9A7C93D7E8AF}"/>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740B7C1D-3885-82B1-E2DF-CB6842EC099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8518A0F2-9977-6602-085C-E6A1A83D0231}"/>
              </a:ext>
            </a:extLst>
          </p:cNvPr>
          <p:cNvSpPr>
            <a:spLocks noGrp="1" noChangeArrowheads="1"/>
          </p:cNvSpPr>
          <p:nvPr>
            <p:ph type="sldNum" sz="quarter" idx="12"/>
          </p:nvPr>
        </p:nvSpPr>
        <p:spPr>
          <a:ln/>
        </p:spPr>
        <p:txBody>
          <a:bodyPr/>
          <a:lstStyle>
            <a:lvl1pPr>
              <a:defRPr/>
            </a:lvl1pPr>
          </a:lstStyle>
          <a:p>
            <a:pPr>
              <a:defRPr/>
            </a:pPr>
            <a:fld id="{8FA7C5E0-D798-43C0-A3DE-72951B9DAE6A}" type="slidenum">
              <a:rPr lang="en-US" altLang="en-US"/>
              <a:pPr>
                <a:defRPr/>
              </a:pPr>
              <a:t>‹#›</a:t>
            </a:fld>
            <a:endParaRPr lang="en-US" altLang="en-US"/>
          </a:p>
        </p:txBody>
      </p:sp>
    </p:spTree>
    <p:extLst>
      <p:ext uri="{BB962C8B-B14F-4D97-AF65-F5344CB8AC3E}">
        <p14:creationId xmlns:p14="http://schemas.microsoft.com/office/powerpoint/2010/main" val="22295206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F2F29989-3E4A-30F1-F851-FED0A7D800A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68096EE6-390D-0579-44BF-DED21360DB5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DD41F733-ACE3-916D-828F-ACCFE3CD2C2B}"/>
              </a:ext>
            </a:extLst>
          </p:cNvPr>
          <p:cNvSpPr>
            <a:spLocks noGrp="1" noChangeArrowheads="1"/>
          </p:cNvSpPr>
          <p:nvPr>
            <p:ph type="sldNum" sz="quarter" idx="12"/>
          </p:nvPr>
        </p:nvSpPr>
        <p:spPr>
          <a:ln/>
        </p:spPr>
        <p:txBody>
          <a:bodyPr/>
          <a:lstStyle>
            <a:lvl1pPr>
              <a:defRPr/>
            </a:lvl1pPr>
          </a:lstStyle>
          <a:p>
            <a:pPr>
              <a:defRPr/>
            </a:pPr>
            <a:fld id="{744342D6-818D-468A-ABE5-E391EA8700DC}" type="slidenum">
              <a:rPr lang="en-US" altLang="en-US"/>
              <a:pPr>
                <a:defRPr/>
              </a:pPr>
              <a:t>‹#›</a:t>
            </a:fld>
            <a:endParaRPr lang="en-US" altLang="en-US"/>
          </a:p>
        </p:txBody>
      </p:sp>
    </p:spTree>
    <p:extLst>
      <p:ext uri="{BB962C8B-B14F-4D97-AF65-F5344CB8AC3E}">
        <p14:creationId xmlns:p14="http://schemas.microsoft.com/office/powerpoint/2010/main" val="5824643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C7CAFA60-A922-7DD2-5394-6CBCCF9CA98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3DB15287-0AD1-B5FA-2AB6-C09DDB23152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3219131-96F0-F715-AA5F-CAD1E2DE981D}"/>
              </a:ext>
            </a:extLst>
          </p:cNvPr>
          <p:cNvSpPr>
            <a:spLocks noGrp="1" noChangeArrowheads="1"/>
          </p:cNvSpPr>
          <p:nvPr>
            <p:ph type="sldNum" sz="quarter" idx="12"/>
          </p:nvPr>
        </p:nvSpPr>
        <p:spPr>
          <a:ln/>
        </p:spPr>
        <p:txBody>
          <a:bodyPr/>
          <a:lstStyle>
            <a:lvl1pPr>
              <a:defRPr/>
            </a:lvl1pPr>
          </a:lstStyle>
          <a:p>
            <a:pPr>
              <a:defRPr/>
            </a:pPr>
            <a:fld id="{314DEE63-CB19-40F3-ACC0-5AE230CA1F63}" type="slidenum">
              <a:rPr lang="en-US" altLang="en-US"/>
              <a:pPr>
                <a:defRPr/>
              </a:pPr>
              <a:t>‹#›</a:t>
            </a:fld>
            <a:endParaRPr lang="en-US" altLang="en-US"/>
          </a:p>
        </p:txBody>
      </p:sp>
    </p:spTree>
    <p:extLst>
      <p:ext uri="{BB962C8B-B14F-4D97-AF65-F5344CB8AC3E}">
        <p14:creationId xmlns:p14="http://schemas.microsoft.com/office/powerpoint/2010/main" val="30688881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F7E215BB-8CFA-AD86-650F-5F22DA8F68B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4681245B-7B15-B061-9EEF-6DFCCBBC9F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67148D28-AE37-0D24-2A62-77BB1E7F24F1}"/>
              </a:ext>
            </a:extLst>
          </p:cNvPr>
          <p:cNvSpPr>
            <a:spLocks noGrp="1" noChangeArrowheads="1"/>
          </p:cNvSpPr>
          <p:nvPr>
            <p:ph type="sldNum" sz="quarter" idx="12"/>
          </p:nvPr>
        </p:nvSpPr>
        <p:spPr>
          <a:ln/>
        </p:spPr>
        <p:txBody>
          <a:bodyPr/>
          <a:lstStyle>
            <a:lvl1pPr>
              <a:defRPr/>
            </a:lvl1pPr>
          </a:lstStyle>
          <a:p>
            <a:pPr>
              <a:defRPr/>
            </a:pPr>
            <a:fld id="{1072113B-5A0E-4EAD-AEB0-6B45535FAD20}" type="slidenum">
              <a:rPr lang="en-US" altLang="en-US"/>
              <a:pPr>
                <a:defRPr/>
              </a:pPr>
              <a:t>‹#›</a:t>
            </a:fld>
            <a:endParaRPr lang="en-US" altLang="en-US"/>
          </a:p>
        </p:txBody>
      </p:sp>
    </p:spTree>
    <p:extLst>
      <p:ext uri="{BB962C8B-B14F-4D97-AF65-F5344CB8AC3E}">
        <p14:creationId xmlns:p14="http://schemas.microsoft.com/office/powerpoint/2010/main" val="16058360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3BFE9BA5-D97B-4EC4-3C7C-2A049BF5A7D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9441C10A-F0EA-36D0-E3E1-A92F0CADBF1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73506DDD-D9B4-3FD9-BA05-87DBAE3DB528}"/>
              </a:ext>
            </a:extLst>
          </p:cNvPr>
          <p:cNvSpPr>
            <a:spLocks noGrp="1" noChangeArrowheads="1"/>
          </p:cNvSpPr>
          <p:nvPr>
            <p:ph type="sldNum" sz="quarter" idx="12"/>
          </p:nvPr>
        </p:nvSpPr>
        <p:spPr>
          <a:ln/>
        </p:spPr>
        <p:txBody>
          <a:bodyPr/>
          <a:lstStyle>
            <a:lvl1pPr>
              <a:defRPr/>
            </a:lvl1pPr>
          </a:lstStyle>
          <a:p>
            <a:pPr>
              <a:defRPr/>
            </a:pPr>
            <a:fld id="{88CD2E6E-A6A1-474C-95CF-468072A0A072}" type="slidenum">
              <a:rPr lang="en-US" altLang="en-US"/>
              <a:pPr>
                <a:defRPr/>
              </a:pPr>
              <a:t>‹#›</a:t>
            </a:fld>
            <a:endParaRPr lang="en-US" altLang="en-US"/>
          </a:p>
        </p:txBody>
      </p:sp>
    </p:spTree>
    <p:extLst>
      <p:ext uri="{BB962C8B-B14F-4D97-AF65-F5344CB8AC3E}">
        <p14:creationId xmlns:p14="http://schemas.microsoft.com/office/powerpoint/2010/main" val="471527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0B6A1DE-C9A2-3E31-E6AC-081028CF55BC}"/>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BA9D7096-C866-DC75-36C0-4F1A0CD70A8B}"/>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A2F49553-056F-BDFA-66D4-8CBD7CA5A1F6}"/>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4F443EA0-57DE-0A68-8CEB-0E005C42403B}"/>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846260A7-6DBE-C95A-C617-8F878C890180}"/>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EBA1B7CA-3025-EEE6-476F-C7274F4290F0}"/>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F12CF89B-685F-E090-ED4E-FA4B20932311}"/>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52031356-2456-1EE2-8C83-9A197080E700}"/>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20540D04-D899-7E99-9094-0BB478F66B16}"/>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66A9C9DD-8A8A-6C5B-C9A2-D284BB4F13A2}"/>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732098BB-589C-D82A-2D9B-C9D74075E9BD}"/>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F8883258-42D1-AE14-75F8-80C7054B8652}"/>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4728" r:id="rId1"/>
    <p:sldLayoutId id="2147484729" r:id="rId2"/>
    <p:sldLayoutId id="2147484730" r:id="rId3"/>
    <p:sldLayoutId id="2147484731" r:id="rId4"/>
    <p:sldLayoutId id="2147484732" r:id="rId5"/>
    <p:sldLayoutId id="2147484733" r:id="rId6"/>
    <p:sldLayoutId id="2147484734" r:id="rId7"/>
    <p:sldLayoutId id="2147484735" r:id="rId8"/>
    <p:sldLayoutId id="2147484736" r:id="rId9"/>
    <p:sldLayoutId id="2147484737" r:id="rId10"/>
    <p:sldLayoutId id="2147484738"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E81D759-34DC-D3FC-556A-9B5A761F3502}"/>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E251DEA6-738F-F0F4-00B5-F096460A9F72}"/>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DC65EF38-9F38-9C16-EEE6-2EF266241E75}"/>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1369722E-5F1A-C100-69B9-096FF71E9DEF}"/>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ECB3A700-0AB4-7794-A990-345119228EAC}"/>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A89799C1-B367-C7EE-15BE-9483CEC6E240}"/>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032E92CA-0E94-DFC9-8B4F-B24E799FB421}"/>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A517BE5F-97A4-4346-2F91-646D4A6F59BC}"/>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1F60F9F4-C446-FCE4-B87B-00253F509481}"/>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78CE9DA5-E0A4-2779-860B-E24A5A91E376}"/>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F0140D93-3F4C-E161-36F2-A8866352586F}"/>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7606AA84-22EB-3175-550C-4DCED5EBEC99}"/>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F5EE9EB0-BAF2-4F60-9E32-C6A492214C9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739" r:id="rId1"/>
    <p:sldLayoutId id="2147484718" r:id="rId2"/>
    <p:sldLayoutId id="2147484719" r:id="rId3"/>
    <p:sldLayoutId id="2147484720" r:id="rId4"/>
    <p:sldLayoutId id="2147484721" r:id="rId5"/>
    <p:sldLayoutId id="2147484722" r:id="rId6"/>
    <p:sldLayoutId id="2147484723" r:id="rId7"/>
    <p:sldLayoutId id="2147484724" r:id="rId8"/>
    <p:sldLayoutId id="2147484725" r:id="rId9"/>
    <p:sldLayoutId id="2147484726" r:id="rId10"/>
    <p:sldLayoutId id="2147484727"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11AF293-AD10-4DA4-76CE-6A23739C0BAF}"/>
              </a:ext>
            </a:extLst>
          </p:cNvPr>
          <p:cNvSpPr>
            <a:spLocks noGrp="1" noChangeArrowheads="1"/>
          </p:cNvSpPr>
          <p:nvPr>
            <p:ph type="ctrTitle"/>
          </p:nvPr>
        </p:nvSpPr>
        <p:spPr>
          <a:xfrm>
            <a:off x="990600" y="1828800"/>
            <a:ext cx="7542213" cy="1143000"/>
          </a:xfrm>
        </p:spPr>
        <p:txBody>
          <a:bodyPr/>
          <a:lstStyle/>
          <a:p>
            <a:r>
              <a:rPr lang="en-GB" altLang="en-US" sz="2800" b="1">
                <a:solidFill>
                  <a:srgbClr val="0070C0"/>
                </a:solidFill>
              </a:rPr>
              <a:t>Occupational Specialist Component Content: Digital Production, Design  and Development</a:t>
            </a:r>
          </a:p>
        </p:txBody>
      </p:sp>
      <p:sp>
        <p:nvSpPr>
          <p:cNvPr id="15363" name="TextBox 4">
            <a:extLst>
              <a:ext uri="{FF2B5EF4-FFF2-40B4-BE49-F238E27FC236}">
                <a16:creationId xmlns:a16="http://schemas.microsoft.com/office/drawing/2014/main" id="{BFCAC261-1371-68ED-4A3A-85E18DBD77E9}"/>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A5C75CA4-94E6-0F9B-EAE6-F8E42B018FF4}"/>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18435" name="Content Placeholder 2">
            <a:extLst>
              <a:ext uri="{FF2B5EF4-FFF2-40B4-BE49-F238E27FC236}">
                <a16:creationId xmlns:a16="http://schemas.microsoft.com/office/drawing/2014/main" id="{633EADBF-2670-508F-3F2C-DC44D9CFC9BA}"/>
              </a:ext>
            </a:extLst>
          </p:cNvPr>
          <p:cNvSpPr>
            <a:spLocks noGrp="1" noChangeArrowheads="1"/>
          </p:cNvSpPr>
          <p:nvPr>
            <p:ph idx="1"/>
          </p:nvPr>
        </p:nvSpPr>
        <p:spPr>
          <a:xfrm>
            <a:off x="323850" y="1844675"/>
            <a:ext cx="8585200" cy="4338638"/>
          </a:xfrm>
        </p:spPr>
        <p:txBody>
          <a:bodyPr/>
          <a:lstStyle/>
          <a:p>
            <a:r>
              <a:rPr lang="en-GB" altLang="en-US" sz="1800" b="1"/>
              <a:t>1.6 </a:t>
            </a:r>
            <a:r>
              <a:rPr lang="en-GB" altLang="en-US" sz="1800"/>
              <a:t>Understand how to identify and be able to address personal training needs that can boost job performance during the software development process.</a:t>
            </a:r>
          </a:p>
          <a:p>
            <a:endParaRPr lang="en-GB" altLang="en-US" sz="1800"/>
          </a:p>
          <a:p>
            <a:pPr lvl="1"/>
            <a:r>
              <a:rPr lang="en-GB" altLang="en-US" sz="1600"/>
              <a:t>Considerations to ensure the software developer is able to complete the required solution:</a:t>
            </a:r>
          </a:p>
          <a:p>
            <a:pPr lvl="2"/>
            <a:r>
              <a:rPr lang="en-GB" altLang="en-US" sz="1600"/>
              <a:t>identify what further knowledge is needed.</a:t>
            </a:r>
          </a:p>
          <a:p>
            <a:pPr lvl="2"/>
            <a:r>
              <a:rPr lang="en-GB" altLang="en-US" sz="1600"/>
              <a:t>identify what new skills are needed.</a:t>
            </a:r>
          </a:p>
          <a:p>
            <a:pPr lvl="2"/>
            <a:r>
              <a:rPr lang="en-GB" altLang="en-US" sz="1600"/>
              <a:t>determine if software developer has the ability needed to complete the required solution.</a:t>
            </a:r>
          </a:p>
          <a:p>
            <a:pPr lvl="1"/>
            <a:r>
              <a:rPr lang="en-GB" altLang="en-US" sz="1600"/>
              <a:t>Use different methods to address personal training needs required to enable completion of project:</a:t>
            </a:r>
          </a:p>
          <a:p>
            <a:pPr lvl="2"/>
            <a:r>
              <a:rPr lang="en-GB" altLang="en-US" sz="1600"/>
              <a:t>undertake coaching from a professional or peer.</a:t>
            </a:r>
          </a:p>
          <a:p>
            <a:pPr lvl="2"/>
            <a:r>
              <a:rPr lang="en-GB" altLang="en-US" sz="1600"/>
              <a:t>learn new skills on the job.</a:t>
            </a:r>
          </a:p>
          <a:p>
            <a:pPr lvl="2"/>
            <a:r>
              <a:rPr lang="en-GB" altLang="en-US" sz="1600"/>
              <a:t>carry out self-study.</a:t>
            </a:r>
          </a:p>
          <a:p>
            <a:pPr lvl="2"/>
            <a:r>
              <a:rPr lang="en-GB" altLang="en-US" sz="1600"/>
              <a:t>use online professional forums.</a:t>
            </a:r>
          </a:p>
          <a:p>
            <a:pPr lvl="2"/>
            <a:r>
              <a:rPr lang="en-GB" altLang="en-US" sz="1600"/>
              <a:t>sign up to internet workshops for additional training.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a:extLst>
              <a:ext uri="{FF2B5EF4-FFF2-40B4-BE49-F238E27FC236}">
                <a16:creationId xmlns:a16="http://schemas.microsoft.com/office/drawing/2014/main" id="{F9A9E240-DA3D-AD66-6CEE-CC2B6C7FB485}"/>
              </a:ext>
            </a:extLst>
          </p:cNvPr>
          <p:cNvSpPr>
            <a:spLocks noGrp="1" noChangeArrowheads="1"/>
          </p:cNvSpPr>
          <p:nvPr>
            <p:ph idx="1"/>
          </p:nvPr>
        </p:nvSpPr>
        <p:spPr>
          <a:xfrm>
            <a:off x="971550" y="2924175"/>
            <a:ext cx="7632700" cy="2055813"/>
          </a:xfrm>
        </p:spPr>
        <p:txBody>
          <a:bodyPr/>
          <a:lstStyle/>
          <a:p>
            <a:pPr marL="0" indent="0">
              <a:buFont typeface="Wingdings" panose="05000000000000000000" pitchFamily="2" charset="2"/>
              <a:buNone/>
            </a:pPr>
            <a:r>
              <a:rPr lang="en-GB" altLang="en-US" sz="4000" b="1" dirty="0">
                <a:solidFill>
                  <a:srgbClr val="0070C0"/>
                </a:solidFill>
              </a:rPr>
              <a:t>Application of professional development planning (PDP)</a:t>
            </a:r>
          </a:p>
        </p:txBody>
      </p:sp>
      <p:sp>
        <p:nvSpPr>
          <p:cNvPr id="48131" name="Title 3">
            <a:extLst>
              <a:ext uri="{FF2B5EF4-FFF2-40B4-BE49-F238E27FC236}">
                <a16:creationId xmlns:a16="http://schemas.microsoft.com/office/drawing/2014/main" id="{0C32BAD0-8A6C-8821-5C8C-73CC23DE257D}"/>
              </a:ext>
            </a:extLst>
          </p:cNvPr>
          <p:cNvSpPr>
            <a:spLocks noGrp="1" noChangeArrowheads="1"/>
          </p:cNvSpPr>
          <p:nvPr>
            <p:ph type="title"/>
          </p:nvPr>
        </p:nvSpPr>
        <p:spPr/>
        <p:txBody>
          <a:bodyPr/>
          <a:lstStyle/>
          <a:p>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7EBB8EA9-FB5A-476B-58F1-8D94125845C0}"/>
              </a:ext>
            </a:extLst>
          </p:cNvPr>
          <p:cNvSpPr>
            <a:spLocks noGrp="1" noChangeArrowheads="1"/>
          </p:cNvSpPr>
          <p:nvPr>
            <p:ph type="title"/>
          </p:nvPr>
        </p:nvSpPr>
        <p:spPr>
          <a:xfrm>
            <a:off x="1403350" y="404813"/>
            <a:ext cx="7505700" cy="939800"/>
          </a:xfrm>
        </p:spPr>
        <p:txBody>
          <a:bodyPr/>
          <a:lstStyle/>
          <a:p>
            <a:pPr eaLnBrk="1" hangingPunct="1"/>
            <a:r>
              <a:rPr lang="en-GB" altLang="en-US" sz="3600" b="1">
                <a:solidFill>
                  <a:srgbClr val="0070C0"/>
                </a:solidFill>
              </a:rPr>
              <a:t>Learning Objectives</a:t>
            </a:r>
          </a:p>
        </p:txBody>
      </p:sp>
      <p:sp>
        <p:nvSpPr>
          <p:cNvPr id="5" name="Rectangle 3">
            <a:extLst>
              <a:ext uri="{FF2B5EF4-FFF2-40B4-BE49-F238E27FC236}">
                <a16:creationId xmlns:a16="http://schemas.microsoft.com/office/drawing/2014/main" id="{8AD1A6C5-020F-2128-D0D7-3E21F30B39A8}"/>
              </a:ext>
            </a:extLst>
          </p:cNvPr>
          <p:cNvSpPr txBox="1">
            <a:spLocks noChangeArrowheads="1"/>
          </p:cNvSpPr>
          <p:nvPr/>
        </p:nvSpPr>
        <p:spPr bwMode="auto">
          <a:xfrm>
            <a:off x="971550" y="2133600"/>
            <a:ext cx="7772400" cy="23764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eaLnBrk="1" hangingPunct="1">
              <a:defRPr/>
            </a:pPr>
            <a:r>
              <a:rPr lang="en-GB" sz="2000" b="1" kern="0" dirty="0">
                <a:latin typeface="Arial" pitchFamily="34" charset="0"/>
              </a:rPr>
              <a:t>Aims:</a:t>
            </a:r>
          </a:p>
          <a:p>
            <a:pPr lvl="1" eaLnBrk="1" hangingPunct="1">
              <a:defRPr/>
            </a:pPr>
            <a:r>
              <a:rPr lang="en-GB" sz="2000" kern="0" dirty="0"/>
              <a:t>To introduce personal development plans</a:t>
            </a:r>
          </a:p>
          <a:p>
            <a:pPr marL="457200" lvl="1" indent="0" eaLnBrk="1" hangingPunct="1">
              <a:buFont typeface="Wingdings" pitchFamily="2" charset="2"/>
              <a:buNone/>
              <a:defRPr/>
            </a:pPr>
            <a:endParaRPr lang="en-GB" sz="2000" kern="0" dirty="0">
              <a:latin typeface="Arial" pitchFamily="34" charset="0"/>
            </a:endParaRPr>
          </a:p>
          <a:p>
            <a:pPr eaLnBrk="1" hangingPunct="1">
              <a:defRPr/>
            </a:pPr>
            <a:r>
              <a:rPr lang="en-GB" sz="2000" b="1" kern="0" dirty="0">
                <a:latin typeface="Arial" pitchFamily="34" charset="0"/>
              </a:rPr>
              <a:t>Objectives</a:t>
            </a:r>
            <a:r>
              <a:rPr lang="en-US" sz="2000" b="1" kern="0" dirty="0">
                <a:latin typeface="Arial" pitchFamily="34" charset="0"/>
              </a:rPr>
              <a:t>:</a:t>
            </a:r>
          </a:p>
          <a:p>
            <a:pPr lvl="1" eaLnBrk="1" hangingPunct="1">
              <a:defRPr/>
            </a:pPr>
            <a:r>
              <a:rPr lang="en-US" sz="2000" kern="0" dirty="0">
                <a:latin typeface="Arial" pitchFamily="34" charset="0"/>
              </a:rPr>
              <a:t>To be able to define and implement a personal development plan.</a:t>
            </a:r>
          </a:p>
          <a:p>
            <a:pPr eaLnBrk="1" hangingPunct="1">
              <a:defRPr/>
            </a:pPr>
            <a:endParaRPr lang="en-US" sz="2000" b="1" kern="0" dirty="0">
              <a:latin typeface="Arial" pitchFamily="34" charset="0"/>
            </a:endParaRPr>
          </a:p>
          <a:p>
            <a:pPr lvl="1" eaLnBrk="1" hangingPunct="1">
              <a:defRPr/>
            </a:pPr>
            <a:endParaRPr lang="en-GB" sz="2000" kern="0" dirty="0"/>
          </a:p>
          <a:p>
            <a:pPr lvl="1" eaLnBrk="1" hangingPunct="1">
              <a:defRPr/>
            </a:pPr>
            <a:endParaRPr lang="en-GB" sz="2000" kern="0" dirty="0"/>
          </a:p>
          <a:p>
            <a:pPr marL="457200" lvl="1" indent="0" eaLnBrk="1" hangingPunct="1">
              <a:buFont typeface="Wingdings" pitchFamily="2" charset="2"/>
              <a:buNone/>
              <a:defRPr/>
            </a:pPr>
            <a:endParaRPr lang="en-GB" sz="2000" kern="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D3D6B609-FFD6-F493-B0F1-AE452910E7C7}"/>
              </a:ext>
            </a:extLst>
          </p:cNvPr>
          <p:cNvSpPr>
            <a:spLocks noGrp="1" noChangeArrowheads="1"/>
          </p:cNvSpPr>
          <p:nvPr>
            <p:ph type="title"/>
          </p:nvPr>
        </p:nvSpPr>
        <p:spPr>
          <a:xfrm>
            <a:off x="1187450" y="404813"/>
            <a:ext cx="7721600" cy="939800"/>
          </a:xfrm>
        </p:spPr>
        <p:txBody>
          <a:bodyPr/>
          <a:lstStyle/>
          <a:p>
            <a:r>
              <a:rPr lang="en-GB" altLang="en-US" sz="3600" b="1">
                <a:solidFill>
                  <a:srgbClr val="0070C0"/>
                </a:solidFill>
              </a:rPr>
              <a:t>What is a PDP?</a:t>
            </a:r>
          </a:p>
        </p:txBody>
      </p:sp>
      <p:sp>
        <p:nvSpPr>
          <p:cNvPr id="3" name="Content Placeholder 2">
            <a:extLst>
              <a:ext uri="{FF2B5EF4-FFF2-40B4-BE49-F238E27FC236}">
                <a16:creationId xmlns:a16="http://schemas.microsoft.com/office/drawing/2014/main" id="{720C3571-4237-A150-1AF1-B121F66BDFFC}"/>
              </a:ext>
            </a:extLst>
          </p:cNvPr>
          <p:cNvSpPr>
            <a:spLocks noGrp="1"/>
          </p:cNvSpPr>
          <p:nvPr>
            <p:ph idx="1"/>
          </p:nvPr>
        </p:nvSpPr>
        <p:spPr>
          <a:xfrm>
            <a:off x="757238" y="1916113"/>
            <a:ext cx="7772400" cy="1368425"/>
          </a:xfrm>
        </p:spPr>
        <p:txBody>
          <a:bodyPr/>
          <a:lstStyle/>
          <a:p>
            <a:pPr>
              <a:defRPr/>
            </a:pPr>
            <a:r>
              <a:rPr lang="en-GB" sz="1800" dirty="0"/>
              <a:t>It is a plan designed to achieve your personal and professional goals considering a priority.</a:t>
            </a:r>
          </a:p>
          <a:p>
            <a:pPr>
              <a:defRPr/>
            </a:pPr>
            <a:endParaRPr lang="en-GB" sz="1800" dirty="0"/>
          </a:p>
          <a:p>
            <a:pPr>
              <a:defRPr/>
            </a:pPr>
            <a:r>
              <a:rPr lang="en-GB" sz="1800" dirty="0"/>
              <a:t>It is a plan based on the “HOW”  and the tools to use.</a:t>
            </a:r>
          </a:p>
          <a:p>
            <a:pPr marL="0" indent="0">
              <a:buFont typeface="Wingdings" panose="05000000000000000000" pitchFamily="2" charset="2"/>
              <a:buNone/>
              <a:defRPr/>
            </a:pPr>
            <a:endParaRPr lang="en-GB" sz="1800" dirty="0"/>
          </a:p>
        </p:txBody>
      </p:sp>
      <p:pic>
        <p:nvPicPr>
          <p:cNvPr id="51204" name="Picture 3">
            <a:extLst>
              <a:ext uri="{FF2B5EF4-FFF2-40B4-BE49-F238E27FC236}">
                <a16:creationId xmlns:a16="http://schemas.microsoft.com/office/drawing/2014/main" id="{0B5634E5-077A-473D-528B-BDC2039B02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08488" y="3500438"/>
            <a:ext cx="4500562"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a:extLst>
              <a:ext uri="{FF2B5EF4-FFF2-40B4-BE49-F238E27FC236}">
                <a16:creationId xmlns:a16="http://schemas.microsoft.com/office/drawing/2014/main" id="{6A655FBD-5080-6402-CCC7-80D0C19FD79F}"/>
              </a:ext>
            </a:extLst>
          </p:cNvPr>
          <p:cNvSpPr txBox="1">
            <a:spLocks/>
          </p:cNvSpPr>
          <p:nvPr/>
        </p:nvSpPr>
        <p:spPr bwMode="auto">
          <a:xfrm>
            <a:off x="815975" y="3857625"/>
            <a:ext cx="3600450" cy="122713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GB" sz="1800" kern="0" dirty="0"/>
              <a:t>It is NOT a career plan oriented to progress on a hierarchy or salary related.</a:t>
            </a:r>
          </a:p>
          <a:p>
            <a:pPr>
              <a:defRPr/>
            </a:pPr>
            <a:endParaRPr lang="en-GB" kern="0" dirty="0"/>
          </a:p>
        </p:txBody>
      </p:sp>
      <p:pic>
        <p:nvPicPr>
          <p:cNvPr id="51206" name="Picture 3" descr="A screenshot of a cell phone&#10;&#10;Description automatically generated">
            <a:extLst>
              <a:ext uri="{FF2B5EF4-FFF2-40B4-BE49-F238E27FC236}">
                <a16:creationId xmlns:a16="http://schemas.microsoft.com/office/drawing/2014/main" id="{AEA127FE-D984-355E-0979-C9629E388F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4926013"/>
            <a:ext cx="1752600"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DD7265AE-84CD-0801-6A7E-B43B13365252}"/>
              </a:ext>
            </a:extLst>
          </p:cNvPr>
          <p:cNvSpPr>
            <a:spLocks noGrp="1" noChangeArrowheads="1"/>
          </p:cNvSpPr>
          <p:nvPr>
            <p:ph type="title"/>
          </p:nvPr>
        </p:nvSpPr>
        <p:spPr>
          <a:xfrm>
            <a:off x="1547813" y="404813"/>
            <a:ext cx="7361237" cy="939800"/>
          </a:xfrm>
        </p:spPr>
        <p:txBody>
          <a:bodyPr/>
          <a:lstStyle/>
          <a:p>
            <a:r>
              <a:rPr lang="en-GB" altLang="en-US" sz="3600" b="1">
                <a:solidFill>
                  <a:srgbClr val="0070C0"/>
                </a:solidFill>
              </a:rPr>
              <a:t>Identify your goal/s</a:t>
            </a:r>
          </a:p>
        </p:txBody>
      </p:sp>
      <p:sp>
        <p:nvSpPr>
          <p:cNvPr id="53251" name="Content Placeholder 2">
            <a:extLst>
              <a:ext uri="{FF2B5EF4-FFF2-40B4-BE49-F238E27FC236}">
                <a16:creationId xmlns:a16="http://schemas.microsoft.com/office/drawing/2014/main" id="{5DDDC846-141C-42F1-633C-00D658392EF8}"/>
              </a:ext>
            </a:extLst>
          </p:cNvPr>
          <p:cNvSpPr>
            <a:spLocks noGrp="1" noChangeArrowheads="1"/>
          </p:cNvSpPr>
          <p:nvPr>
            <p:ph idx="1"/>
          </p:nvPr>
        </p:nvSpPr>
        <p:spPr>
          <a:xfrm>
            <a:off x="611188" y="1916113"/>
            <a:ext cx="7772400" cy="1296987"/>
          </a:xfrm>
        </p:spPr>
        <p:txBody>
          <a:bodyPr/>
          <a:lstStyle/>
          <a:p>
            <a:r>
              <a:rPr lang="en-GB" altLang="en-US" sz="1600"/>
              <a:t>Your goal will be different depending on different factors, such as: previous professional experience, personal experiences, professional challenges, etc.</a:t>
            </a:r>
          </a:p>
          <a:p>
            <a:endParaRPr lang="en-GB" altLang="en-US" sz="1600"/>
          </a:p>
          <a:p>
            <a:r>
              <a:rPr lang="en-GB" altLang="en-US" sz="1600"/>
              <a:t>An easy way to classify them would be the division in these three groups:</a:t>
            </a:r>
          </a:p>
        </p:txBody>
      </p:sp>
      <p:sp>
        <p:nvSpPr>
          <p:cNvPr id="4" name="Content Placeholder 2">
            <a:extLst>
              <a:ext uri="{FF2B5EF4-FFF2-40B4-BE49-F238E27FC236}">
                <a16:creationId xmlns:a16="http://schemas.microsoft.com/office/drawing/2014/main" id="{497137EA-F3E9-30E2-1306-3C1242D1F734}"/>
              </a:ext>
            </a:extLst>
          </p:cNvPr>
          <p:cNvSpPr txBox="1">
            <a:spLocks/>
          </p:cNvSpPr>
          <p:nvPr/>
        </p:nvSpPr>
        <p:spPr bwMode="auto">
          <a:xfrm>
            <a:off x="611188" y="3238500"/>
            <a:ext cx="3816350" cy="32146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defRPr/>
            </a:pPr>
            <a:r>
              <a:rPr lang="en-GB" sz="1600" kern="0" dirty="0"/>
              <a:t>Improvement or consolidation of the performance in your current job position</a:t>
            </a:r>
          </a:p>
          <a:p>
            <a:pPr lvl="1">
              <a:defRPr/>
            </a:pPr>
            <a:endParaRPr lang="en-GB" sz="1600" kern="0" dirty="0"/>
          </a:p>
          <a:p>
            <a:pPr lvl="1">
              <a:defRPr/>
            </a:pPr>
            <a:r>
              <a:rPr lang="en-GB" sz="1600" kern="0" dirty="0"/>
              <a:t>Improvement or inclusion of soft skills</a:t>
            </a:r>
          </a:p>
          <a:p>
            <a:pPr lvl="1">
              <a:defRPr/>
            </a:pPr>
            <a:endParaRPr lang="en-GB" sz="1600" kern="0" dirty="0"/>
          </a:p>
          <a:p>
            <a:pPr lvl="1">
              <a:defRPr/>
            </a:pPr>
            <a:r>
              <a:rPr lang="en-GB" sz="1600" kern="0" dirty="0"/>
              <a:t>Support the progression of your professional career with new skills</a:t>
            </a:r>
          </a:p>
        </p:txBody>
      </p:sp>
      <p:pic>
        <p:nvPicPr>
          <p:cNvPr id="53253" name="Picture 4">
            <a:extLst>
              <a:ext uri="{FF2B5EF4-FFF2-40B4-BE49-F238E27FC236}">
                <a16:creationId xmlns:a16="http://schemas.microsoft.com/office/drawing/2014/main" id="{E53DFE0E-18CD-3034-8D15-6C11F3B77E8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38663" y="3357563"/>
            <a:ext cx="4356100" cy="244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DA015EE0-D7EB-AD7C-AA1B-BA4CAA57A0CB}"/>
              </a:ext>
            </a:extLst>
          </p:cNvPr>
          <p:cNvSpPr>
            <a:spLocks noGrp="1" noChangeArrowheads="1"/>
          </p:cNvSpPr>
          <p:nvPr>
            <p:ph type="title"/>
          </p:nvPr>
        </p:nvSpPr>
        <p:spPr>
          <a:xfrm>
            <a:off x="1182688" y="404813"/>
            <a:ext cx="7726362" cy="939800"/>
          </a:xfrm>
        </p:spPr>
        <p:txBody>
          <a:bodyPr/>
          <a:lstStyle/>
          <a:p>
            <a:r>
              <a:rPr lang="en-GB" altLang="en-US" sz="3600" b="1">
                <a:solidFill>
                  <a:srgbClr val="0070C0"/>
                </a:solidFill>
              </a:rPr>
              <a:t>Identify the learning areas</a:t>
            </a:r>
          </a:p>
        </p:txBody>
      </p:sp>
      <p:sp>
        <p:nvSpPr>
          <p:cNvPr id="55299" name="Content Placeholder 2">
            <a:extLst>
              <a:ext uri="{FF2B5EF4-FFF2-40B4-BE49-F238E27FC236}">
                <a16:creationId xmlns:a16="http://schemas.microsoft.com/office/drawing/2014/main" id="{3D3B6FB7-B09B-3886-368F-295A2A8F6480}"/>
              </a:ext>
            </a:extLst>
          </p:cNvPr>
          <p:cNvSpPr>
            <a:spLocks noGrp="1" noChangeArrowheads="1"/>
          </p:cNvSpPr>
          <p:nvPr>
            <p:ph idx="1"/>
          </p:nvPr>
        </p:nvSpPr>
        <p:spPr>
          <a:xfrm>
            <a:off x="395288" y="1989138"/>
            <a:ext cx="8748712" cy="4503737"/>
          </a:xfrm>
        </p:spPr>
        <p:txBody>
          <a:bodyPr/>
          <a:lstStyle/>
          <a:p>
            <a:r>
              <a:rPr lang="en-GB" altLang="en-US" sz="1600"/>
              <a:t>We need to select and define a set of learning areas to help us achieve our selected goal/s.</a:t>
            </a:r>
          </a:p>
          <a:p>
            <a:r>
              <a:rPr lang="en-GB" altLang="en-US" sz="1600"/>
              <a:t>We will use a template to document it, it can be a digital document or it can be the last page of your favourite notebook, there are no boundaries.</a:t>
            </a:r>
          </a:p>
          <a:p>
            <a:r>
              <a:rPr lang="en-GB" altLang="en-US" sz="1600"/>
              <a:t>The ideal learning areas would be related with the behaviour, although we can include some technical ones, especially within the IT world.</a:t>
            </a:r>
          </a:p>
          <a:p>
            <a:r>
              <a:rPr lang="en-GB" altLang="en-US" sz="1600"/>
              <a:t>Some examples...</a:t>
            </a:r>
          </a:p>
          <a:p>
            <a:endParaRPr lang="en-GB" altLang="en-US" sz="1600"/>
          </a:p>
          <a:p>
            <a:pPr lvl="1"/>
            <a:r>
              <a:rPr lang="en-GB" altLang="en-US" sz="1600"/>
              <a:t>Communication</a:t>
            </a:r>
          </a:p>
          <a:p>
            <a:pPr lvl="1"/>
            <a:r>
              <a:rPr lang="en-GB" altLang="en-US" sz="1600"/>
              <a:t>Negotiation </a:t>
            </a:r>
          </a:p>
          <a:p>
            <a:pPr lvl="1"/>
            <a:r>
              <a:rPr lang="en-GB" altLang="en-US" sz="1600"/>
              <a:t>Speaking in front of an audience</a:t>
            </a:r>
          </a:p>
          <a:p>
            <a:pPr lvl="1"/>
            <a:r>
              <a:rPr lang="en-GB" altLang="en-US" sz="1600"/>
              <a:t>Coaching</a:t>
            </a:r>
          </a:p>
          <a:p>
            <a:pPr lvl="1"/>
            <a:r>
              <a:rPr lang="en-GB" altLang="en-US" sz="1600"/>
              <a:t>Assertiveness</a:t>
            </a:r>
          </a:p>
          <a:p>
            <a:pPr lvl="1"/>
            <a:r>
              <a:rPr lang="en-GB" altLang="en-US" sz="1600"/>
              <a:t>Getting technical certifications </a:t>
            </a:r>
          </a:p>
          <a:p>
            <a:pPr lvl="1"/>
            <a:r>
              <a:rPr lang="en-GB" altLang="en-US" sz="1600"/>
              <a:t>Work methodologies</a:t>
            </a:r>
          </a:p>
          <a:p>
            <a:pPr lvl="1"/>
            <a:r>
              <a:rPr lang="en-GB" altLang="en-US" sz="1600"/>
              <a:t>Specific technologies</a:t>
            </a:r>
          </a:p>
        </p:txBody>
      </p:sp>
      <p:pic>
        <p:nvPicPr>
          <p:cNvPr id="55300" name="Picture 3">
            <a:extLst>
              <a:ext uri="{FF2B5EF4-FFF2-40B4-BE49-F238E27FC236}">
                <a16:creationId xmlns:a16="http://schemas.microsoft.com/office/drawing/2014/main" id="{F81EF6A2-9072-3772-6DD8-D5682F6DFC0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4508500"/>
            <a:ext cx="4205288" cy="180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5">
            <a:extLst>
              <a:ext uri="{FF2B5EF4-FFF2-40B4-BE49-F238E27FC236}">
                <a16:creationId xmlns:a16="http://schemas.microsoft.com/office/drawing/2014/main" id="{7AD2872F-96CD-3D63-5506-86EF8C40959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85013" y="3297238"/>
            <a:ext cx="16922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4A3227BE-8FBD-2CF3-9CD5-E221BDA5A1A1}"/>
              </a:ext>
            </a:extLst>
          </p:cNvPr>
          <p:cNvSpPr>
            <a:spLocks noGrp="1" noChangeArrowheads="1"/>
          </p:cNvSpPr>
          <p:nvPr>
            <p:ph type="title"/>
          </p:nvPr>
        </p:nvSpPr>
        <p:spPr>
          <a:xfrm>
            <a:off x="1331913" y="404813"/>
            <a:ext cx="7577137" cy="939800"/>
          </a:xfrm>
        </p:spPr>
        <p:txBody>
          <a:bodyPr/>
          <a:lstStyle/>
          <a:p>
            <a:r>
              <a:rPr lang="en-GB" altLang="en-US" sz="3600" b="1">
                <a:solidFill>
                  <a:srgbClr val="0070C0"/>
                </a:solidFill>
              </a:rPr>
              <a:t>Validate your PDP</a:t>
            </a:r>
          </a:p>
        </p:txBody>
      </p:sp>
      <p:sp>
        <p:nvSpPr>
          <p:cNvPr id="56323" name="Content Placeholder 2">
            <a:extLst>
              <a:ext uri="{FF2B5EF4-FFF2-40B4-BE49-F238E27FC236}">
                <a16:creationId xmlns:a16="http://schemas.microsoft.com/office/drawing/2014/main" id="{9B017859-4BEC-F242-ED7B-EDB13C4AC283}"/>
              </a:ext>
            </a:extLst>
          </p:cNvPr>
          <p:cNvSpPr>
            <a:spLocks noGrp="1" noChangeArrowheads="1"/>
          </p:cNvSpPr>
          <p:nvPr>
            <p:ph idx="1"/>
          </p:nvPr>
        </p:nvSpPr>
        <p:spPr>
          <a:xfrm>
            <a:off x="395288" y="1916113"/>
            <a:ext cx="5761037" cy="2881312"/>
          </a:xfrm>
        </p:spPr>
        <p:txBody>
          <a:bodyPr/>
          <a:lstStyle/>
          <a:p>
            <a:r>
              <a:rPr lang="en-GB" altLang="en-US" sz="1600"/>
              <a:t>There are plenty of people ready to have a coffee with you and help you or support you.</a:t>
            </a:r>
          </a:p>
          <a:p>
            <a:r>
              <a:rPr lang="en-GB" altLang="en-US" sz="1600"/>
              <a:t>Take a risk and ask around! They can be people from your job or not depending on the learning areas selected.</a:t>
            </a:r>
          </a:p>
          <a:p>
            <a:endParaRPr lang="en-GB" altLang="en-US" sz="1600"/>
          </a:p>
          <a:p>
            <a:r>
              <a:rPr lang="en-GB" altLang="en-US" sz="1600"/>
              <a:t>It is a win-win, as you will be reinforcing some of their soft skills by asking them to help you. </a:t>
            </a:r>
          </a:p>
          <a:p>
            <a:r>
              <a:rPr lang="en-GB" altLang="en-US" sz="1600"/>
              <a:t>It is suggested you find a maximum of 2 or 3 mentors so you do not get overwhelmed by their different points of view. </a:t>
            </a:r>
          </a:p>
          <a:p>
            <a:endParaRPr lang="en-GB" altLang="en-US" sz="1600"/>
          </a:p>
        </p:txBody>
      </p:sp>
      <p:sp>
        <p:nvSpPr>
          <p:cNvPr id="4" name="Content Placeholder 2">
            <a:extLst>
              <a:ext uri="{FF2B5EF4-FFF2-40B4-BE49-F238E27FC236}">
                <a16:creationId xmlns:a16="http://schemas.microsoft.com/office/drawing/2014/main" id="{1DE0D3D2-EDC5-18BD-1ED3-832FE2A4B05D}"/>
              </a:ext>
            </a:extLst>
          </p:cNvPr>
          <p:cNvSpPr txBox="1">
            <a:spLocks noChangeArrowheads="1"/>
          </p:cNvSpPr>
          <p:nvPr/>
        </p:nvSpPr>
        <p:spPr bwMode="auto">
          <a:xfrm>
            <a:off x="395288" y="4797425"/>
            <a:ext cx="5761037" cy="18002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GB" altLang="en-US" sz="1600" kern="0" dirty="0"/>
              <a:t>Ideally each one of them would cover different learning areas, so you can have all of it covered.</a:t>
            </a:r>
          </a:p>
          <a:p>
            <a:pPr>
              <a:defRPr/>
            </a:pPr>
            <a:r>
              <a:rPr lang="en-GB" altLang="en-US" sz="1600" kern="0" dirty="0"/>
              <a:t>You should find out the following information from your mentors:</a:t>
            </a:r>
          </a:p>
          <a:p>
            <a:pPr lvl="1">
              <a:defRPr/>
            </a:pPr>
            <a:r>
              <a:rPr lang="en-GB" altLang="en-US" sz="1600" kern="0" dirty="0"/>
              <a:t>Availability for future reviews. </a:t>
            </a:r>
          </a:p>
          <a:p>
            <a:pPr lvl="1">
              <a:defRPr/>
            </a:pPr>
            <a:r>
              <a:rPr lang="en-GB" altLang="en-US" sz="1600" kern="0" dirty="0"/>
              <a:t>Learning areas they will help you with.</a:t>
            </a:r>
          </a:p>
        </p:txBody>
      </p:sp>
      <p:pic>
        <p:nvPicPr>
          <p:cNvPr id="56325" name="Picture 2" descr="A picture containing drawing, computer&#10;&#10;Description automatically generated">
            <a:extLst>
              <a:ext uri="{FF2B5EF4-FFF2-40B4-BE49-F238E27FC236}">
                <a16:creationId xmlns:a16="http://schemas.microsoft.com/office/drawing/2014/main" id="{59C238AB-D84A-1C9E-5691-A54EC412EC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6050" y="260350"/>
            <a:ext cx="1143000"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6" name="Picture 7" descr="A screenshot of a cell phone&#10;&#10;Description automatically generated">
            <a:extLst>
              <a:ext uri="{FF2B5EF4-FFF2-40B4-BE49-F238E27FC236}">
                <a16:creationId xmlns:a16="http://schemas.microsoft.com/office/drawing/2014/main" id="{3F91C032-F96C-B444-7C73-ACC7095A0B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3488" y="2533650"/>
            <a:ext cx="2584450"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53EACC4C-4FB3-B7DF-0767-81A9B1EC43BA}"/>
              </a:ext>
            </a:extLst>
          </p:cNvPr>
          <p:cNvSpPr>
            <a:spLocks noGrp="1" noChangeArrowheads="1"/>
          </p:cNvSpPr>
          <p:nvPr>
            <p:ph type="title"/>
          </p:nvPr>
        </p:nvSpPr>
        <p:spPr>
          <a:xfrm>
            <a:off x="1331913" y="404813"/>
            <a:ext cx="7577137" cy="939800"/>
          </a:xfrm>
        </p:spPr>
        <p:txBody>
          <a:bodyPr/>
          <a:lstStyle/>
          <a:p>
            <a:r>
              <a:rPr lang="en-GB" altLang="en-US" sz="3200" b="1">
                <a:solidFill>
                  <a:srgbClr val="0070C0"/>
                </a:solidFill>
              </a:rPr>
              <a:t>Execute – personal Development</a:t>
            </a:r>
          </a:p>
        </p:txBody>
      </p:sp>
      <p:sp>
        <p:nvSpPr>
          <p:cNvPr id="3" name="Content Placeholder 2">
            <a:extLst>
              <a:ext uri="{FF2B5EF4-FFF2-40B4-BE49-F238E27FC236}">
                <a16:creationId xmlns:a16="http://schemas.microsoft.com/office/drawing/2014/main" id="{01D0AF1E-2D44-C099-5D90-242DC2C9EB71}"/>
              </a:ext>
            </a:extLst>
          </p:cNvPr>
          <p:cNvSpPr>
            <a:spLocks noGrp="1"/>
          </p:cNvSpPr>
          <p:nvPr>
            <p:ph idx="1"/>
          </p:nvPr>
        </p:nvSpPr>
        <p:spPr>
          <a:xfrm>
            <a:off x="468313" y="2133600"/>
            <a:ext cx="8135937" cy="719138"/>
          </a:xfrm>
        </p:spPr>
        <p:txBody>
          <a:bodyPr/>
          <a:lstStyle/>
          <a:p>
            <a:pPr>
              <a:defRPr/>
            </a:pPr>
            <a:r>
              <a:rPr lang="en-US" sz="1600" kern="1200" dirty="0"/>
              <a:t>These are the actions you can do by yourself to work on the learning area. Some examples are:</a:t>
            </a:r>
          </a:p>
          <a:p>
            <a:pPr>
              <a:defRPr/>
            </a:pPr>
            <a:endParaRPr lang="en-US" sz="1600" kern="1200" dirty="0"/>
          </a:p>
          <a:p>
            <a:pPr>
              <a:defRPr/>
            </a:pPr>
            <a:endParaRPr lang="en-GB" sz="1600" dirty="0"/>
          </a:p>
        </p:txBody>
      </p:sp>
      <p:sp>
        <p:nvSpPr>
          <p:cNvPr id="4" name="Content Placeholder 2">
            <a:extLst>
              <a:ext uri="{FF2B5EF4-FFF2-40B4-BE49-F238E27FC236}">
                <a16:creationId xmlns:a16="http://schemas.microsoft.com/office/drawing/2014/main" id="{FC8C959C-004E-990C-7333-2B2C0C5EFA0A}"/>
              </a:ext>
            </a:extLst>
          </p:cNvPr>
          <p:cNvSpPr txBox="1">
            <a:spLocks/>
          </p:cNvSpPr>
          <p:nvPr/>
        </p:nvSpPr>
        <p:spPr bwMode="auto">
          <a:xfrm>
            <a:off x="508000" y="2852738"/>
            <a:ext cx="4784725" cy="3240087"/>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endParaRPr lang="en-US" sz="1600" dirty="0"/>
          </a:p>
          <a:p>
            <a:pPr lvl="1">
              <a:defRPr/>
            </a:pPr>
            <a:r>
              <a:rPr lang="en-US" sz="1600" b="1" dirty="0">
                <a:solidFill>
                  <a:srgbClr val="0070C0"/>
                </a:solidFill>
              </a:rPr>
              <a:t>Research of information</a:t>
            </a:r>
            <a:r>
              <a:rPr lang="en-US" sz="1600" dirty="0"/>
              <a:t>: reading, media, exploration.</a:t>
            </a:r>
          </a:p>
          <a:p>
            <a:pPr lvl="1">
              <a:defRPr/>
            </a:pPr>
            <a:endParaRPr lang="en-US" sz="1600" dirty="0"/>
          </a:p>
          <a:p>
            <a:pPr lvl="1">
              <a:defRPr/>
            </a:pPr>
            <a:r>
              <a:rPr lang="en-US" sz="1600" b="1" dirty="0">
                <a:solidFill>
                  <a:srgbClr val="0070C0"/>
                </a:solidFill>
              </a:rPr>
              <a:t>Observation</a:t>
            </a:r>
            <a:r>
              <a:rPr lang="en-US" sz="1600" b="1" dirty="0"/>
              <a:t> </a:t>
            </a:r>
            <a:r>
              <a:rPr lang="en-US" sz="1600" dirty="0"/>
              <a:t>of the colleagues with more experience in the area you are trying to maximize.</a:t>
            </a:r>
          </a:p>
          <a:p>
            <a:pPr lvl="1">
              <a:defRPr/>
            </a:pPr>
            <a:endParaRPr lang="en-US" sz="1600" dirty="0"/>
          </a:p>
          <a:p>
            <a:pPr lvl="1">
              <a:defRPr/>
            </a:pPr>
            <a:r>
              <a:rPr lang="en-US" sz="1600" dirty="0"/>
              <a:t>Creation of a </a:t>
            </a:r>
            <a:r>
              <a:rPr lang="en-US" sz="1600" b="1" dirty="0">
                <a:solidFill>
                  <a:srgbClr val="0070C0"/>
                </a:solidFill>
              </a:rPr>
              <a:t>personal diary </a:t>
            </a:r>
            <a:r>
              <a:rPr lang="en-US" sz="1600" dirty="0"/>
              <a:t>where you write your notes, discoveries, challenges and achievements. Be constant.</a:t>
            </a:r>
            <a:endParaRPr lang="en-GB" sz="1600" kern="0" dirty="0"/>
          </a:p>
          <a:p>
            <a:pPr>
              <a:defRPr/>
            </a:pPr>
            <a:endParaRPr lang="en-GB" sz="1600" kern="0" dirty="0"/>
          </a:p>
        </p:txBody>
      </p:sp>
      <p:pic>
        <p:nvPicPr>
          <p:cNvPr id="57349" name="Picture 5" descr="A screenshot of text&#10;&#10;Description automatically generated">
            <a:extLst>
              <a:ext uri="{FF2B5EF4-FFF2-40B4-BE49-F238E27FC236}">
                <a16:creationId xmlns:a16="http://schemas.microsoft.com/office/drawing/2014/main" id="{F7FDA3CD-1EE9-E3D7-1790-7B7A89FE02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0050" y="2803525"/>
            <a:ext cx="3429000"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898D2775-D21E-63E4-06AC-CB9C41000C59}"/>
              </a:ext>
            </a:extLst>
          </p:cNvPr>
          <p:cNvSpPr>
            <a:spLocks noGrp="1" noChangeArrowheads="1"/>
          </p:cNvSpPr>
          <p:nvPr>
            <p:ph type="title"/>
          </p:nvPr>
        </p:nvSpPr>
        <p:spPr>
          <a:xfrm>
            <a:off x="1331913" y="404813"/>
            <a:ext cx="7577137" cy="939800"/>
          </a:xfrm>
        </p:spPr>
        <p:txBody>
          <a:bodyPr/>
          <a:lstStyle/>
          <a:p>
            <a:r>
              <a:rPr lang="en-GB" altLang="en-US" sz="3600" b="1">
                <a:solidFill>
                  <a:srgbClr val="0070C0"/>
                </a:solidFill>
              </a:rPr>
              <a:t>Execute – Coaching</a:t>
            </a:r>
            <a:endParaRPr lang="en-GB" altLang="en-US" sz="3600"/>
          </a:p>
        </p:txBody>
      </p:sp>
      <p:sp>
        <p:nvSpPr>
          <p:cNvPr id="3" name="Content Placeholder 2">
            <a:extLst>
              <a:ext uri="{FF2B5EF4-FFF2-40B4-BE49-F238E27FC236}">
                <a16:creationId xmlns:a16="http://schemas.microsoft.com/office/drawing/2014/main" id="{26C7E346-0314-3AD3-F4F6-7A294F0F542C}"/>
              </a:ext>
            </a:extLst>
          </p:cNvPr>
          <p:cNvSpPr>
            <a:spLocks noGrp="1"/>
          </p:cNvSpPr>
          <p:nvPr>
            <p:ph idx="1"/>
          </p:nvPr>
        </p:nvSpPr>
        <p:spPr>
          <a:xfrm>
            <a:off x="685800" y="2060575"/>
            <a:ext cx="3741738" cy="4503738"/>
          </a:xfrm>
        </p:spPr>
        <p:txBody>
          <a:bodyPr/>
          <a:lstStyle/>
          <a:p>
            <a:pPr>
              <a:defRPr/>
            </a:pPr>
            <a:r>
              <a:rPr lang="en-US" sz="1600" kern="1200" dirty="0"/>
              <a:t>It will require the time of your colleagues, mentors included, so make sure the </a:t>
            </a:r>
            <a:r>
              <a:rPr lang="en-US" sz="1600" b="1" kern="1200" dirty="0">
                <a:solidFill>
                  <a:srgbClr val="0070C0"/>
                </a:solidFill>
              </a:rPr>
              <a:t>sessions</a:t>
            </a:r>
            <a:r>
              <a:rPr lang="en-US" sz="1600" b="1" kern="1200" dirty="0"/>
              <a:t> </a:t>
            </a:r>
            <a:r>
              <a:rPr lang="en-US" sz="1600" kern="1200" dirty="0"/>
              <a:t>are productive. </a:t>
            </a:r>
          </a:p>
          <a:p>
            <a:pPr>
              <a:defRPr/>
            </a:pPr>
            <a:endParaRPr lang="en-US" sz="1600" kern="1200" dirty="0"/>
          </a:p>
          <a:p>
            <a:pPr>
              <a:defRPr/>
            </a:pPr>
            <a:r>
              <a:rPr lang="en-US" sz="1600" kern="1200" dirty="0"/>
              <a:t>Plan them and have a </a:t>
            </a:r>
            <a:r>
              <a:rPr lang="en-GB" sz="1600" kern="1200" dirty="0"/>
              <a:t>clear agenda.</a:t>
            </a:r>
          </a:p>
          <a:p>
            <a:pPr>
              <a:defRPr/>
            </a:pPr>
            <a:endParaRPr lang="en-GB" sz="1600" kern="1200" dirty="0"/>
          </a:p>
          <a:p>
            <a:pPr>
              <a:defRPr/>
            </a:pPr>
            <a:r>
              <a:rPr lang="en-US" sz="1600" kern="1200" dirty="0"/>
              <a:t>Involve them in your actions, so you can get a </a:t>
            </a:r>
            <a:r>
              <a:rPr lang="en-US" sz="1600" b="1" kern="1200" dirty="0">
                <a:solidFill>
                  <a:srgbClr val="0070C0"/>
                </a:solidFill>
              </a:rPr>
              <a:t>feedback</a:t>
            </a:r>
            <a:r>
              <a:rPr lang="en-US" sz="1600" kern="1200" dirty="0"/>
              <a:t>, inspect it </a:t>
            </a:r>
            <a:r>
              <a:rPr lang="en-GB" sz="1600" kern="1200" dirty="0"/>
              <a:t>and decide new actions.</a:t>
            </a:r>
          </a:p>
          <a:p>
            <a:pPr>
              <a:defRPr/>
            </a:pPr>
            <a:endParaRPr lang="en-GB" sz="1600" kern="1200" dirty="0"/>
          </a:p>
          <a:p>
            <a:pPr>
              <a:defRPr/>
            </a:pPr>
            <a:r>
              <a:rPr lang="en-US" sz="1600" kern="1200" dirty="0"/>
              <a:t>You must </a:t>
            </a:r>
            <a:r>
              <a:rPr lang="en-US" sz="1600" b="1" kern="1200" dirty="0">
                <a:solidFill>
                  <a:srgbClr val="0070C0"/>
                </a:solidFill>
              </a:rPr>
              <a:t>review</a:t>
            </a:r>
            <a:r>
              <a:rPr lang="en-US" sz="1600" b="1" kern="1200" dirty="0"/>
              <a:t> </a:t>
            </a:r>
            <a:r>
              <a:rPr lang="en-US" sz="1600" kern="1200" dirty="0"/>
              <a:t>the PDP template periodically with them to make </a:t>
            </a:r>
            <a:r>
              <a:rPr lang="en-GB" sz="1600" kern="1200" dirty="0"/>
              <a:t>the most of it.</a:t>
            </a:r>
            <a:endParaRPr lang="en-GB" sz="1600" dirty="0"/>
          </a:p>
        </p:txBody>
      </p:sp>
      <p:pic>
        <p:nvPicPr>
          <p:cNvPr id="59396" name="Picture 4" descr="A close up of a logo&#10;&#10;Description automatically generated">
            <a:extLst>
              <a:ext uri="{FF2B5EF4-FFF2-40B4-BE49-F238E27FC236}">
                <a16:creationId xmlns:a16="http://schemas.microsoft.com/office/drawing/2014/main" id="{C1553613-6AC5-7F0B-1435-358EC23527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2138" y="1792288"/>
            <a:ext cx="4500562"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7" name="Picture 6" descr="A picture containing meter&#10;&#10;Description automatically generated">
            <a:extLst>
              <a:ext uri="{FF2B5EF4-FFF2-40B4-BE49-F238E27FC236}">
                <a16:creationId xmlns:a16="http://schemas.microsoft.com/office/drawing/2014/main" id="{81C5CFED-C223-A10F-0726-4CFA450E65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6225" y="4567238"/>
            <a:ext cx="261937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0A607895-45A8-DC07-36B2-24816A9D41FD}"/>
              </a:ext>
            </a:extLst>
          </p:cNvPr>
          <p:cNvSpPr>
            <a:spLocks noGrp="1" noChangeArrowheads="1"/>
          </p:cNvSpPr>
          <p:nvPr>
            <p:ph type="title"/>
          </p:nvPr>
        </p:nvSpPr>
        <p:spPr>
          <a:xfrm>
            <a:off x="1331913" y="404813"/>
            <a:ext cx="7577137" cy="939800"/>
          </a:xfrm>
        </p:spPr>
        <p:txBody>
          <a:bodyPr/>
          <a:lstStyle/>
          <a:p>
            <a:r>
              <a:rPr lang="en-GB" altLang="en-US" sz="3600" b="1">
                <a:solidFill>
                  <a:srgbClr val="0070C0"/>
                </a:solidFill>
              </a:rPr>
              <a:t>Execute - Experience</a:t>
            </a:r>
            <a:endParaRPr lang="en-GB" altLang="en-US" sz="3600">
              <a:solidFill>
                <a:srgbClr val="0070C0"/>
              </a:solidFill>
            </a:endParaRPr>
          </a:p>
        </p:txBody>
      </p:sp>
      <p:sp>
        <p:nvSpPr>
          <p:cNvPr id="3" name="Content Placeholder 2">
            <a:extLst>
              <a:ext uri="{FF2B5EF4-FFF2-40B4-BE49-F238E27FC236}">
                <a16:creationId xmlns:a16="http://schemas.microsoft.com/office/drawing/2014/main" id="{328A8F75-9AA6-DCA9-E2C2-2B6D7C76AB01}"/>
              </a:ext>
            </a:extLst>
          </p:cNvPr>
          <p:cNvSpPr>
            <a:spLocks noGrp="1"/>
          </p:cNvSpPr>
          <p:nvPr>
            <p:ph idx="1"/>
          </p:nvPr>
        </p:nvSpPr>
        <p:spPr>
          <a:xfrm>
            <a:off x="539750" y="1949450"/>
            <a:ext cx="4032250" cy="4503738"/>
          </a:xfrm>
        </p:spPr>
        <p:txBody>
          <a:bodyPr/>
          <a:lstStyle/>
          <a:p>
            <a:pPr>
              <a:defRPr/>
            </a:pPr>
            <a:r>
              <a:rPr lang="en-US" sz="1600" kern="1200" dirty="0"/>
              <a:t>The most efficient way to improve your learning areas results consists on having a </a:t>
            </a:r>
            <a:r>
              <a:rPr lang="en-US" sz="1600" b="1" kern="1200" dirty="0">
                <a:solidFill>
                  <a:srgbClr val="0070C0"/>
                </a:solidFill>
              </a:rPr>
              <a:t>“hands on” attitude</a:t>
            </a:r>
            <a:r>
              <a:rPr lang="en-US" sz="1600" kern="1200" dirty="0"/>
              <a:t>. Take part on tasks that are out of your comfort zone and that are oriented to your goals.</a:t>
            </a:r>
          </a:p>
          <a:p>
            <a:pPr>
              <a:defRPr/>
            </a:pPr>
            <a:endParaRPr lang="en-US" sz="1600" kern="1200" dirty="0"/>
          </a:p>
          <a:p>
            <a:pPr>
              <a:defRPr/>
            </a:pPr>
            <a:r>
              <a:rPr lang="en-US" sz="1600" kern="1200" dirty="0"/>
              <a:t>Decide, with your mentors, a </a:t>
            </a:r>
            <a:r>
              <a:rPr lang="en-US" sz="1600" b="1" kern="1200" dirty="0">
                <a:solidFill>
                  <a:srgbClr val="0070C0"/>
                </a:solidFill>
              </a:rPr>
              <a:t>small non-critical project </a:t>
            </a:r>
            <a:r>
              <a:rPr lang="en-US" sz="1600" kern="1200" dirty="0"/>
              <a:t>you can execute, where you can put into practice the skills you are trying to </a:t>
            </a:r>
            <a:r>
              <a:rPr lang="en-GB" sz="1600" kern="1200" dirty="0"/>
              <a:t>improve or achieve.</a:t>
            </a:r>
          </a:p>
          <a:p>
            <a:pPr>
              <a:defRPr/>
            </a:pPr>
            <a:endParaRPr lang="en-GB" sz="1600" kern="1200" dirty="0"/>
          </a:p>
          <a:p>
            <a:pPr>
              <a:defRPr/>
            </a:pPr>
            <a:r>
              <a:rPr lang="en-US" sz="1600" kern="1200" dirty="0"/>
              <a:t>Create your own new learning or knowledge opportunities, </a:t>
            </a:r>
            <a:r>
              <a:rPr lang="en-US" sz="1600" b="1" kern="1200" dirty="0">
                <a:solidFill>
                  <a:srgbClr val="0070C0"/>
                </a:solidFill>
              </a:rPr>
              <a:t>observe</a:t>
            </a:r>
            <a:r>
              <a:rPr lang="en-US" sz="1600" b="1" kern="1200" dirty="0"/>
              <a:t> </a:t>
            </a:r>
            <a:r>
              <a:rPr lang="en-US" sz="1600" kern="1200" dirty="0"/>
              <a:t>your environment and come up with new actions.</a:t>
            </a:r>
            <a:endParaRPr lang="en-GB" sz="1600" dirty="0"/>
          </a:p>
          <a:p>
            <a:pPr>
              <a:defRPr/>
            </a:pPr>
            <a:endParaRPr lang="en-GB" sz="1600" dirty="0"/>
          </a:p>
        </p:txBody>
      </p:sp>
      <p:pic>
        <p:nvPicPr>
          <p:cNvPr id="61444" name="Picture 3" descr="A close up of a logo&#10;&#10;Description automatically generated">
            <a:extLst>
              <a:ext uri="{FF2B5EF4-FFF2-40B4-BE49-F238E27FC236}">
                <a16:creationId xmlns:a16="http://schemas.microsoft.com/office/drawing/2014/main" id="{CC20C3EA-893E-92C1-4E9E-720F5A90F5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1628775"/>
            <a:ext cx="3095625"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Picture 5" descr="A screenshot of a cell phone&#10;&#10;Description automatically generated">
            <a:extLst>
              <a:ext uri="{FF2B5EF4-FFF2-40B4-BE49-F238E27FC236}">
                <a16:creationId xmlns:a16="http://schemas.microsoft.com/office/drawing/2014/main" id="{22CC1770-6287-597E-8AF2-6A774BD5AA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6750" y="4581525"/>
            <a:ext cx="261937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FAA3354E-AA6B-8CEB-CCE0-3834EE9384A6}"/>
              </a:ext>
            </a:extLst>
          </p:cNvPr>
          <p:cNvSpPr>
            <a:spLocks noGrp="1" noChangeArrowheads="1"/>
          </p:cNvSpPr>
          <p:nvPr>
            <p:ph type="title"/>
          </p:nvPr>
        </p:nvSpPr>
        <p:spPr>
          <a:xfrm>
            <a:off x="1182688" y="404813"/>
            <a:ext cx="7726362" cy="939800"/>
          </a:xfrm>
        </p:spPr>
        <p:txBody>
          <a:bodyPr/>
          <a:lstStyle/>
          <a:p>
            <a:r>
              <a:rPr lang="en-GB" altLang="en-US" sz="3600" b="1">
                <a:solidFill>
                  <a:srgbClr val="0070C0"/>
                </a:solidFill>
              </a:rPr>
              <a:t>Execute - Formal Training</a:t>
            </a:r>
            <a:endParaRPr lang="en-GB" altLang="en-US" sz="3600">
              <a:solidFill>
                <a:srgbClr val="0070C0"/>
              </a:solidFill>
            </a:endParaRPr>
          </a:p>
        </p:txBody>
      </p:sp>
      <p:sp>
        <p:nvSpPr>
          <p:cNvPr id="3" name="Content Placeholder 2">
            <a:extLst>
              <a:ext uri="{FF2B5EF4-FFF2-40B4-BE49-F238E27FC236}">
                <a16:creationId xmlns:a16="http://schemas.microsoft.com/office/drawing/2014/main" id="{22324605-0522-40E8-B42B-6DAC8BDF96FD}"/>
              </a:ext>
            </a:extLst>
          </p:cNvPr>
          <p:cNvSpPr>
            <a:spLocks noGrp="1"/>
          </p:cNvSpPr>
          <p:nvPr>
            <p:ph idx="1"/>
          </p:nvPr>
        </p:nvSpPr>
        <p:spPr>
          <a:xfrm>
            <a:off x="900113" y="1773238"/>
            <a:ext cx="5256212" cy="2016125"/>
          </a:xfrm>
        </p:spPr>
        <p:txBody>
          <a:bodyPr/>
          <a:lstStyle/>
          <a:p>
            <a:pPr>
              <a:defRPr/>
            </a:pPr>
            <a:r>
              <a:rPr lang="en-US" sz="1600" kern="1200" dirty="0"/>
              <a:t>If the other 3 options were not enough to reach the level of experience you want to acquire in any of the learning areas of your PDP, you can consider a more </a:t>
            </a:r>
            <a:r>
              <a:rPr lang="en-US" sz="1600" b="1" kern="1200" dirty="0">
                <a:solidFill>
                  <a:srgbClr val="0070C0"/>
                </a:solidFill>
              </a:rPr>
              <a:t>formal </a:t>
            </a:r>
            <a:r>
              <a:rPr lang="en-GB" sz="1600" b="1" kern="1200" dirty="0">
                <a:solidFill>
                  <a:srgbClr val="0070C0"/>
                </a:solidFill>
              </a:rPr>
              <a:t>training</a:t>
            </a:r>
            <a:r>
              <a:rPr lang="en-GB" sz="1600" kern="1200" dirty="0">
                <a:solidFill>
                  <a:srgbClr val="0070C0"/>
                </a:solidFill>
              </a:rPr>
              <a:t>.</a:t>
            </a:r>
          </a:p>
          <a:p>
            <a:pPr>
              <a:defRPr/>
            </a:pPr>
            <a:endParaRPr lang="en-GB" sz="1600" kern="1200" dirty="0"/>
          </a:p>
          <a:p>
            <a:pPr>
              <a:defRPr/>
            </a:pPr>
            <a:r>
              <a:rPr lang="en-US" sz="1600" kern="1200" dirty="0"/>
              <a:t>Manage the possible options </a:t>
            </a:r>
            <a:r>
              <a:rPr lang="en-US" sz="1600" b="1" kern="1200" dirty="0">
                <a:solidFill>
                  <a:srgbClr val="0070C0"/>
                </a:solidFill>
              </a:rPr>
              <a:t>with your mentor </a:t>
            </a:r>
            <a:r>
              <a:rPr lang="en-US" sz="1600" kern="1200" dirty="0"/>
              <a:t>or manager if we are talking about </a:t>
            </a:r>
            <a:r>
              <a:rPr lang="en-GB" sz="1600" kern="1200" dirty="0"/>
              <a:t>professional scope.</a:t>
            </a:r>
          </a:p>
          <a:p>
            <a:pPr marL="0" indent="0">
              <a:buFont typeface="Wingdings" panose="05000000000000000000" pitchFamily="2" charset="2"/>
              <a:buNone/>
              <a:defRPr/>
            </a:pPr>
            <a:endParaRPr lang="en-GB" sz="1600" dirty="0"/>
          </a:p>
          <a:p>
            <a:pPr>
              <a:defRPr/>
            </a:pPr>
            <a:endParaRPr lang="en-GB" sz="1600" dirty="0"/>
          </a:p>
        </p:txBody>
      </p:sp>
      <p:pic>
        <p:nvPicPr>
          <p:cNvPr id="63492" name="Picture 4" descr="A screenshot of a cell phone&#10;&#10;Description automatically generated">
            <a:extLst>
              <a:ext uri="{FF2B5EF4-FFF2-40B4-BE49-F238E27FC236}">
                <a16:creationId xmlns:a16="http://schemas.microsoft.com/office/drawing/2014/main" id="{809956C2-31E0-0515-AA24-E9C099CC1D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1773238"/>
            <a:ext cx="1828800"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3" name="Picture 6" descr="A screenshot of a cell phone&#10;&#10;Description automatically generated">
            <a:extLst>
              <a:ext uri="{FF2B5EF4-FFF2-40B4-BE49-F238E27FC236}">
                <a16:creationId xmlns:a16="http://schemas.microsoft.com/office/drawing/2014/main" id="{768BB579-579A-F51C-6934-BD6412B369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8238" y="4268788"/>
            <a:ext cx="3708400"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BD6F11BA-3C26-7F11-D2A4-4B50AA511619}"/>
              </a:ext>
            </a:extLst>
          </p:cNvPr>
          <p:cNvSpPr txBox="1">
            <a:spLocks/>
          </p:cNvSpPr>
          <p:nvPr/>
        </p:nvSpPr>
        <p:spPr bwMode="auto">
          <a:xfrm>
            <a:off x="925513" y="4217988"/>
            <a:ext cx="3816350" cy="158750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endParaRPr lang="en-GB" sz="1600" dirty="0"/>
          </a:p>
          <a:p>
            <a:pPr>
              <a:defRPr/>
            </a:pPr>
            <a:r>
              <a:rPr lang="en-US" sz="1600" b="1" dirty="0">
                <a:solidFill>
                  <a:srgbClr val="0070C0"/>
                </a:solidFill>
              </a:rPr>
              <a:t>Ask around </a:t>
            </a:r>
            <a:r>
              <a:rPr lang="en-US" sz="1600" dirty="0"/>
              <a:t>about similar trainings people may have taken previously and get their </a:t>
            </a:r>
            <a:r>
              <a:rPr lang="en-GB" sz="1600" dirty="0"/>
              <a:t>feedback.</a:t>
            </a:r>
            <a:endParaRPr lang="en-GB" sz="1600" kern="0" dirty="0"/>
          </a:p>
          <a:p>
            <a:pPr>
              <a:defRPr/>
            </a:pPr>
            <a:endParaRPr lang="en-GB" sz="1600" kern="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E5C8B1CA-2D7B-FEDB-0974-C514ED9FD511}"/>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Review</a:t>
            </a:r>
            <a:endParaRPr lang="en-GB" altLang="en-US" sz="3600">
              <a:solidFill>
                <a:srgbClr val="0070C0"/>
              </a:solidFill>
            </a:endParaRPr>
          </a:p>
        </p:txBody>
      </p:sp>
      <p:sp>
        <p:nvSpPr>
          <p:cNvPr id="3" name="Content Placeholder 2">
            <a:extLst>
              <a:ext uri="{FF2B5EF4-FFF2-40B4-BE49-F238E27FC236}">
                <a16:creationId xmlns:a16="http://schemas.microsoft.com/office/drawing/2014/main" id="{6DEF0E38-943A-260B-D94D-94E3B2742105}"/>
              </a:ext>
            </a:extLst>
          </p:cNvPr>
          <p:cNvSpPr>
            <a:spLocks noGrp="1"/>
          </p:cNvSpPr>
          <p:nvPr>
            <p:ph idx="1"/>
          </p:nvPr>
        </p:nvSpPr>
        <p:spPr>
          <a:xfrm>
            <a:off x="665163" y="2476500"/>
            <a:ext cx="3240087" cy="2897188"/>
          </a:xfrm>
        </p:spPr>
        <p:txBody>
          <a:bodyPr/>
          <a:lstStyle/>
          <a:p>
            <a:pPr>
              <a:defRPr/>
            </a:pPr>
            <a:r>
              <a:rPr lang="en-US" sz="1600" kern="1200" dirty="0">
                <a:latin typeface="Arial" pitchFamily="34" charset="0"/>
              </a:rPr>
              <a:t>A PDP is a tool you can use every time you consider it is necessary, you can actually </a:t>
            </a:r>
            <a:r>
              <a:rPr lang="en-GB" sz="1600" kern="1200" dirty="0">
                <a:latin typeface="Arial" pitchFamily="34" charset="0"/>
              </a:rPr>
              <a:t>use it permanently.</a:t>
            </a:r>
          </a:p>
          <a:p>
            <a:pPr>
              <a:defRPr/>
            </a:pPr>
            <a:endParaRPr lang="en-GB" sz="1600" kern="1200" dirty="0">
              <a:latin typeface="Arial" pitchFamily="34" charset="0"/>
            </a:endParaRPr>
          </a:p>
          <a:p>
            <a:pPr>
              <a:defRPr/>
            </a:pPr>
            <a:r>
              <a:rPr lang="en-US" sz="1600" kern="1200" dirty="0">
                <a:latin typeface="Arial" pitchFamily="34" charset="0"/>
              </a:rPr>
              <a:t>In the review you may find you reached your goal and add a new one, or you may adapt including new actions to help you reach your goal in the next iteration.</a:t>
            </a:r>
            <a:endParaRPr lang="en-GB" sz="1600" dirty="0"/>
          </a:p>
          <a:p>
            <a:pPr>
              <a:defRPr/>
            </a:pPr>
            <a:endParaRPr lang="en-GB" sz="1600" dirty="0"/>
          </a:p>
        </p:txBody>
      </p:sp>
      <p:pic>
        <p:nvPicPr>
          <p:cNvPr id="65540" name="Picture 8" descr="A close up of text on a white background&#10;&#10;Description automatically generated">
            <a:extLst>
              <a:ext uri="{FF2B5EF4-FFF2-40B4-BE49-F238E27FC236}">
                <a16:creationId xmlns:a16="http://schemas.microsoft.com/office/drawing/2014/main" id="{404DDDE8-87D9-8F12-CB0D-99238F7878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513" y="3459163"/>
            <a:ext cx="3773487" cy="281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10" descr="A drawing of a person&#10;&#10;Description automatically generated">
            <a:extLst>
              <a:ext uri="{FF2B5EF4-FFF2-40B4-BE49-F238E27FC236}">
                <a16:creationId xmlns:a16="http://schemas.microsoft.com/office/drawing/2014/main" id="{F45B3AE9-8FB7-5CFC-45AD-F891803068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8575" y="1530350"/>
            <a:ext cx="261937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2">
            <a:extLst>
              <a:ext uri="{FF2B5EF4-FFF2-40B4-BE49-F238E27FC236}">
                <a16:creationId xmlns:a16="http://schemas.microsoft.com/office/drawing/2014/main" id="{763631E3-A0EC-5063-8D63-5840910FC6B0}"/>
              </a:ext>
            </a:extLst>
          </p:cNvPr>
          <p:cNvSpPr txBox="1">
            <a:spLocks/>
          </p:cNvSpPr>
          <p:nvPr/>
        </p:nvSpPr>
        <p:spPr bwMode="auto">
          <a:xfrm>
            <a:off x="655638" y="6380163"/>
            <a:ext cx="6911975" cy="379412"/>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i="1" dirty="0">
                <a:latin typeface="Arial" pitchFamily="34" charset="0"/>
              </a:rPr>
              <a:t>“Plans are useless, but planning is indispensable” - </a:t>
            </a:r>
            <a:r>
              <a:rPr lang="en-GB" sz="1600" i="1" dirty="0">
                <a:latin typeface="Arial" pitchFamily="34" charset="0"/>
              </a:rPr>
              <a:t>Eisenhower</a:t>
            </a:r>
            <a:endParaRPr lang="en-GB" sz="1600" dirty="0"/>
          </a:p>
          <a:p>
            <a:pPr>
              <a:defRPr/>
            </a:pPr>
            <a:endParaRPr lang="en-GB" sz="1600" kern="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925DF84E-6831-D666-71A1-D1F4623EA6B2}"/>
              </a:ext>
            </a:extLst>
          </p:cNvPr>
          <p:cNvSpPr>
            <a:spLocks noGrp="1" noChangeArrowheads="1"/>
          </p:cNvSpPr>
          <p:nvPr>
            <p:ph type="title"/>
          </p:nvPr>
        </p:nvSpPr>
        <p:spPr>
          <a:xfrm>
            <a:off x="1258888" y="407988"/>
            <a:ext cx="7578725" cy="939800"/>
          </a:xfrm>
        </p:spPr>
        <p:txBody>
          <a:bodyPr/>
          <a:lstStyle/>
          <a:p>
            <a:r>
              <a:rPr lang="en-GB" altLang="en-US" sz="2400" b="1">
                <a:solidFill>
                  <a:srgbClr val="FF0000"/>
                </a:solidFill>
              </a:rPr>
              <a:t>Activity -</a:t>
            </a:r>
            <a:r>
              <a:rPr lang="en-US" altLang="en-US" sz="2400" b="1">
                <a:solidFill>
                  <a:srgbClr val="FF0000"/>
                </a:solidFill>
              </a:rPr>
              <a:t>Writing a Personal Development Plan</a:t>
            </a:r>
            <a:endParaRPr lang="en-GB" altLang="en-US" sz="2400" b="1">
              <a:solidFill>
                <a:srgbClr val="FF0000"/>
              </a:solidFill>
            </a:endParaRPr>
          </a:p>
        </p:txBody>
      </p:sp>
      <p:sp>
        <p:nvSpPr>
          <p:cNvPr id="3" name="Content Placeholder 2">
            <a:extLst>
              <a:ext uri="{FF2B5EF4-FFF2-40B4-BE49-F238E27FC236}">
                <a16:creationId xmlns:a16="http://schemas.microsoft.com/office/drawing/2014/main" id="{0930B062-DF4F-37C8-BE59-08D8C8D87C88}"/>
              </a:ext>
            </a:extLst>
          </p:cNvPr>
          <p:cNvSpPr>
            <a:spLocks noGrp="1"/>
          </p:cNvSpPr>
          <p:nvPr>
            <p:ph idx="1"/>
          </p:nvPr>
        </p:nvSpPr>
        <p:spPr>
          <a:xfrm>
            <a:off x="492125" y="1916113"/>
            <a:ext cx="8183563" cy="939800"/>
          </a:xfrm>
        </p:spPr>
        <p:txBody>
          <a:bodyPr/>
          <a:lstStyle/>
          <a:p>
            <a:pPr>
              <a:defRPr/>
            </a:pPr>
            <a:r>
              <a:rPr lang="en-US" sz="1600" kern="1200" dirty="0"/>
              <a:t>So if you haven’t considered where you want to go or if you’ve ever thought that a five-year plan isn’t for you, now is the time to start thinking about who and where you want to be in your future.</a:t>
            </a:r>
          </a:p>
          <a:p>
            <a:pPr>
              <a:defRPr/>
            </a:pPr>
            <a:endParaRPr lang="en-GB" sz="1600" dirty="0"/>
          </a:p>
          <a:p>
            <a:pPr>
              <a:defRPr/>
            </a:pPr>
            <a:endParaRPr lang="en-US" sz="1600" b="1" dirty="0"/>
          </a:p>
          <a:p>
            <a:pPr>
              <a:defRPr/>
            </a:pPr>
            <a:endParaRPr lang="en-GB" sz="1600" dirty="0"/>
          </a:p>
        </p:txBody>
      </p:sp>
      <p:pic>
        <p:nvPicPr>
          <p:cNvPr id="67588" name="Picture 4" descr="A screenshot of a cell phone&#10;&#10;Description automatically generated">
            <a:extLst>
              <a:ext uri="{FF2B5EF4-FFF2-40B4-BE49-F238E27FC236}">
                <a16:creationId xmlns:a16="http://schemas.microsoft.com/office/drawing/2014/main" id="{454FC9A4-3F43-C799-6A7C-AD4B3209A5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5663" y="3284538"/>
            <a:ext cx="420370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a:extLst>
              <a:ext uri="{FF2B5EF4-FFF2-40B4-BE49-F238E27FC236}">
                <a16:creationId xmlns:a16="http://schemas.microsoft.com/office/drawing/2014/main" id="{A96987DB-3718-EFB9-FC01-22285AE831EC}"/>
              </a:ext>
            </a:extLst>
          </p:cNvPr>
          <p:cNvSpPr txBox="1">
            <a:spLocks/>
          </p:cNvSpPr>
          <p:nvPr/>
        </p:nvSpPr>
        <p:spPr bwMode="auto">
          <a:xfrm>
            <a:off x="461963" y="3141663"/>
            <a:ext cx="4619625" cy="3024187"/>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kern="0" dirty="0"/>
              <a:t>There are seven steps to writing a PDP:</a:t>
            </a:r>
          </a:p>
          <a:p>
            <a:pPr lvl="1">
              <a:defRPr/>
            </a:pPr>
            <a:r>
              <a:rPr lang="en-US" sz="1600" kern="0" dirty="0"/>
              <a:t>Set yourself goals.</a:t>
            </a:r>
          </a:p>
          <a:p>
            <a:pPr lvl="1">
              <a:defRPr/>
            </a:pPr>
            <a:r>
              <a:rPr lang="en-US" sz="1600" kern="0" dirty="0"/>
              <a:t>Prioritize those goals.</a:t>
            </a:r>
          </a:p>
          <a:p>
            <a:pPr lvl="1">
              <a:defRPr/>
            </a:pPr>
            <a:r>
              <a:rPr lang="en-US" sz="1600" kern="0" dirty="0"/>
              <a:t>Set yourself deadlines for when you want to achieve them.</a:t>
            </a:r>
          </a:p>
          <a:p>
            <a:pPr lvl="1">
              <a:defRPr/>
            </a:pPr>
            <a:r>
              <a:rPr lang="en-US" sz="1600" kern="0" dirty="0"/>
              <a:t>Recognize threats and opportunities.</a:t>
            </a:r>
          </a:p>
          <a:p>
            <a:pPr lvl="1">
              <a:defRPr/>
            </a:pPr>
            <a:r>
              <a:rPr lang="en-US" sz="1600" kern="0" dirty="0"/>
              <a:t>Develop your skills or increase your knowledge.</a:t>
            </a:r>
          </a:p>
          <a:p>
            <a:pPr lvl="1">
              <a:defRPr/>
            </a:pPr>
            <a:r>
              <a:rPr lang="en-US" sz="1600" kern="0" dirty="0"/>
              <a:t>Use your support network.</a:t>
            </a:r>
          </a:p>
          <a:p>
            <a:pPr lvl="1">
              <a:defRPr/>
            </a:pPr>
            <a:r>
              <a:rPr lang="en-US" sz="1600" kern="0" dirty="0"/>
              <a:t>Measure your progress.</a:t>
            </a:r>
          </a:p>
          <a:p>
            <a:pPr>
              <a:defRPr/>
            </a:pPr>
            <a:endParaRPr lang="en-GB" sz="1600" kern="0" dirty="0"/>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B9015AF-8BE3-4560-940E-3925EA23532E}"/>
</file>

<file path=customXml/itemProps2.xml><?xml version="1.0" encoding="utf-8"?>
<ds:datastoreItem xmlns:ds="http://schemas.openxmlformats.org/officeDocument/2006/customXml" ds:itemID="{DDC0AB57-7B2C-41CD-8D29-0B332B3C0F1F}"/>
</file>

<file path=customXml/itemProps3.xml><?xml version="1.0" encoding="utf-8"?>
<ds:datastoreItem xmlns:ds="http://schemas.openxmlformats.org/officeDocument/2006/customXml" ds:itemID="{D3A89B8A-F4B1-4AA6-8F01-7A392C76405F}"/>
</file>

<file path=docProps/app.xml><?xml version="1.0" encoding="utf-8"?>
<Properties xmlns="http://schemas.openxmlformats.org/officeDocument/2006/extended-properties" xmlns:vt="http://schemas.openxmlformats.org/officeDocument/2006/docPropsVTypes">
  <Template/>
  <TotalTime>2210</TotalTime>
  <Words>1187</Words>
  <Application>Microsoft Office PowerPoint</Application>
  <PresentationFormat>On-screen Show (4:3)</PresentationFormat>
  <Paragraphs>121</Paragraphs>
  <Slides>14</Slides>
  <Notes>11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Arial</vt:lpstr>
      <vt:lpstr>Tahoma</vt:lpstr>
      <vt:lpstr>Wingdings</vt:lpstr>
      <vt:lpstr>Blends</vt:lpstr>
      <vt:lpstr>1_Blends</vt:lpstr>
      <vt:lpstr>Occupational Specialist Component Content: Digital Production, Design  and Development</vt:lpstr>
      <vt:lpstr>The unit outcomes</vt:lpstr>
      <vt:lpstr>PowerPoint Presentation</vt:lpstr>
      <vt:lpstr>Learning Objectives</vt:lpstr>
      <vt:lpstr>What is a PDP?</vt:lpstr>
      <vt:lpstr>Identify your goal/s</vt:lpstr>
      <vt:lpstr>Identify the learning areas</vt:lpstr>
      <vt:lpstr>Validate your PDP</vt:lpstr>
      <vt:lpstr>Execute – personal Development</vt:lpstr>
      <vt:lpstr>Execute – Coaching</vt:lpstr>
      <vt:lpstr>Execute - Experience</vt:lpstr>
      <vt:lpstr>Execute - Formal Training</vt:lpstr>
      <vt:lpstr>Review</vt:lpstr>
      <vt:lpstr>Activity -Writing a Personal Development Plan</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328</cp:revision>
  <dcterms:created xsi:type="dcterms:W3CDTF">2010-11-28T12:04:27Z</dcterms:created>
  <dcterms:modified xsi:type="dcterms:W3CDTF">2025-07-31T15:06:51Z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
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Layouts/slideLayout11.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1.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Masters/notesMaster1.xml" ContentType="application/vnd.openxmlformats-officedocument.presentationml.notesMaster+xml"/>
  <Override PartName="/ppt/theme/theme3.xml" ContentType="application/vnd.openxmlformats-officedocument.theme+xml"/>
  <Override PartName="/ppt/theme/theme2.xml" ContentType="application/vnd.openxmlformats-officedocument.theme+xml"/>
  <Override PartName="/ppt/theme/theme1.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viewProps.xml" ContentType="application/vnd.openxmlformats-officedocument.presentationml.viewProp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 id="2147483841" r:id="rId2"/>
  </p:sldMasterIdLst>
  <p:notesMasterIdLst>
    <p:notesMasterId r:id="rId13"/>
  </p:notesMasterIdLst>
  <p:sldIdLst>
    <p:sldId id="345" r:id="rId3"/>
    <p:sldId id="322" r:id="rId4"/>
    <p:sldId id="364" r:id="rId5"/>
    <p:sldId id="368" r:id="rId6"/>
    <p:sldId id="369" r:id="rId7"/>
    <p:sldId id="370" r:id="rId8"/>
    <p:sldId id="371" r:id="rId9"/>
    <p:sldId id="372" r:id="rId10"/>
    <p:sldId id="373" r:id="rId11"/>
    <p:sldId id="367" r:id="rId12"/>
  </p:sldIdLst>
  <p:sldSz cx="9144000" cy="6858000" type="screen4x3"/>
  <p:notesSz cx="6858000" cy="9144000"/>
  <p:defaultTex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341">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FF9900"/>
    <a:srgbClr val="0066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754" autoAdjust="0"/>
    <p:restoredTop sz="73932" autoAdjust="0"/>
  </p:normalViewPr>
  <p:slideViewPr>
    <p:cSldViewPr>
      <p:cViewPr varScale="1">
        <p:scale>
          <a:sx n="78" d="100"/>
          <a:sy n="78" d="100"/>
        </p:scale>
        <p:origin x="1722" y="84"/>
      </p:cViewPr>
      <p:guideLst>
        <p:guide orient="horz" pos="2341"/>
        <p:guide pos="2880"/>
      </p:guideLst>
    </p:cSldViewPr>
  </p:slideViewPr>
  <p:notesTextViewPr>
    <p:cViewPr>
      <p:scale>
        <a:sx n="100" d="100"/>
        <a:sy n="100" d="100"/>
      </p:scale>
      <p:origin x="0" y="0"/>
    </p:cViewPr>
  </p:notesTextViewPr>
  <p:notesViewPr>
    <p:cSldViewPr>
      <p:cViewPr varScale="1">
        <p:scale>
          <a:sx n="53" d="100"/>
          <a:sy n="53" d="100"/>
        </p:scale>
        <p:origin x="-1794" y="11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notesMaster" Target="notesMasters/notesMaster1.xml"/><Relationship Id="rId18" Type="http://schemas.openxmlformats.org/officeDocument/2006/relationships/customXml" Target="../customXml/item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theme" Target="theme/theme1.xml"/><Relationship Id="rId20" Type="http://schemas.openxmlformats.org/officeDocument/2006/relationships/customXml" Target="../customXml/item3.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customXml" Target="../customXml/item2.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68940A51-201F-2351-71C6-B4FD2B9FBF32}"/>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pitchFamily="34" charset="0"/>
                <a:cs typeface="Arial" pitchFamily="34" charset="0"/>
              </a:defRPr>
            </a:lvl1pPr>
          </a:lstStyle>
          <a:p>
            <a:pPr>
              <a:defRPr/>
            </a:pPr>
            <a:endParaRPr lang="en-GB"/>
          </a:p>
        </p:txBody>
      </p:sp>
      <p:sp>
        <p:nvSpPr>
          <p:cNvPr id="31747" name="Rectangle 3">
            <a:extLst>
              <a:ext uri="{FF2B5EF4-FFF2-40B4-BE49-F238E27FC236}">
                <a16:creationId xmlns:a16="http://schemas.microsoft.com/office/drawing/2014/main" id="{B280B3D8-857A-E746-A934-C8A0952AE45C}"/>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pitchFamily="34" charset="0"/>
                <a:cs typeface="Arial" pitchFamily="34" charset="0"/>
              </a:defRPr>
            </a:lvl1pPr>
          </a:lstStyle>
          <a:p>
            <a:pPr>
              <a:defRPr/>
            </a:pPr>
            <a:endParaRPr lang="en-GB"/>
          </a:p>
        </p:txBody>
      </p:sp>
      <p:sp>
        <p:nvSpPr>
          <p:cNvPr id="15364" name="Rectangle 4">
            <a:extLst>
              <a:ext uri="{FF2B5EF4-FFF2-40B4-BE49-F238E27FC236}">
                <a16:creationId xmlns:a16="http://schemas.microsoft.com/office/drawing/2014/main" id="{40675924-EEC4-D767-C865-94CF2594D5B4}"/>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749" name="Rectangle 5">
            <a:extLst>
              <a:ext uri="{FF2B5EF4-FFF2-40B4-BE49-F238E27FC236}">
                <a16:creationId xmlns:a16="http://schemas.microsoft.com/office/drawing/2014/main" id="{74F066F8-E822-4AF1-D553-2CB8587DFFE8}"/>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31750" name="Rectangle 6">
            <a:extLst>
              <a:ext uri="{FF2B5EF4-FFF2-40B4-BE49-F238E27FC236}">
                <a16:creationId xmlns:a16="http://schemas.microsoft.com/office/drawing/2014/main" id="{975CFB8E-8328-555A-29DF-6FF2C8238281}"/>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pitchFamily="34" charset="0"/>
                <a:cs typeface="Arial" pitchFamily="34" charset="0"/>
              </a:defRPr>
            </a:lvl1pPr>
          </a:lstStyle>
          <a:p>
            <a:pPr>
              <a:defRPr/>
            </a:pPr>
            <a:endParaRPr lang="en-GB"/>
          </a:p>
        </p:txBody>
      </p:sp>
      <p:sp>
        <p:nvSpPr>
          <p:cNvPr id="31751" name="Rectangle 7">
            <a:extLst>
              <a:ext uri="{FF2B5EF4-FFF2-40B4-BE49-F238E27FC236}">
                <a16:creationId xmlns:a16="http://schemas.microsoft.com/office/drawing/2014/main" id="{AC11D630-E80E-F54B-C9ED-F09AE6E6C2DE}"/>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D6DB2A87-D564-4DE6-835A-A71E29C50696}" type="slidenum">
              <a:rPr lang="en-GB" altLang="en-US"/>
              <a:pPr>
                <a:defRPr/>
              </a:pPr>
              <a:t>‹#›</a:t>
            </a:fld>
            <a:endParaRPr lang="en-GB"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1pPr>
    <a:lvl2pPr marL="457200"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2pPr>
    <a:lvl3pPr marL="914400"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3pPr>
    <a:lvl4pPr marL="1371600"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4pPr>
    <a:lvl5pPr marL="1828800"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a:extLst>
              <a:ext uri="{FF2B5EF4-FFF2-40B4-BE49-F238E27FC236}">
                <a16:creationId xmlns:a16="http://schemas.microsoft.com/office/drawing/2014/main" id="{3286854D-B51F-B122-51DB-5E26BFC45B1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2AF7C91B-4A08-45C7-A46E-E6AC2E382243}" type="slidenum">
              <a:rPr lang="en-GB" altLang="en-US" smtClean="0"/>
              <a:pPr>
                <a:spcBef>
                  <a:spcPct val="0"/>
                </a:spcBef>
              </a:pPr>
              <a:t>1</a:t>
            </a:fld>
            <a:endParaRPr lang="en-GB" altLang="en-US"/>
          </a:p>
        </p:txBody>
      </p:sp>
      <p:sp>
        <p:nvSpPr>
          <p:cNvPr id="17411" name="Rectangle 2">
            <a:extLst>
              <a:ext uri="{FF2B5EF4-FFF2-40B4-BE49-F238E27FC236}">
                <a16:creationId xmlns:a16="http://schemas.microsoft.com/office/drawing/2014/main" id="{A7EDD4AF-2AEA-F1F8-E122-8EFAB0172635}"/>
              </a:ext>
            </a:extLst>
          </p:cNvPr>
          <p:cNvSpPr>
            <a:spLocks noGrp="1" noRot="1" noChangeAspect="1" noChangeArrowheads="1" noTextEdit="1"/>
          </p:cNvSpPr>
          <p:nvPr>
            <p:ph type="sldImg"/>
          </p:nvPr>
        </p:nvSpPr>
        <p:spPr>
          <a:ln/>
        </p:spPr>
      </p:sp>
      <p:sp>
        <p:nvSpPr>
          <p:cNvPr id="17412" name="Rectangle 3">
            <a:extLst>
              <a:ext uri="{FF2B5EF4-FFF2-40B4-BE49-F238E27FC236}">
                <a16:creationId xmlns:a16="http://schemas.microsoft.com/office/drawing/2014/main" id="{6C3F1A77-2241-F733-7948-98E44C39185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a:extLst>
              <a:ext uri="{FF2B5EF4-FFF2-40B4-BE49-F238E27FC236}">
                <a16:creationId xmlns:a16="http://schemas.microsoft.com/office/drawing/2014/main" id="{A94DD1E1-ED0D-B386-06D9-8C9CF5044DD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FF3480C6-0629-47C8-A81C-DDE0A03AE4E0}" type="slidenum">
              <a:rPr lang="en-GB" altLang="en-US" smtClean="0"/>
              <a:pPr>
                <a:spcBef>
                  <a:spcPct val="0"/>
                </a:spcBef>
              </a:pPr>
              <a:t>2</a:t>
            </a:fld>
            <a:endParaRPr lang="en-GB" altLang="en-US"/>
          </a:p>
        </p:txBody>
      </p:sp>
      <p:sp>
        <p:nvSpPr>
          <p:cNvPr id="19459" name="Rectangle 2">
            <a:extLst>
              <a:ext uri="{FF2B5EF4-FFF2-40B4-BE49-F238E27FC236}">
                <a16:creationId xmlns:a16="http://schemas.microsoft.com/office/drawing/2014/main" id="{9FAE4266-AEE9-6BDB-09BF-77CAC2D71605}"/>
              </a:ext>
            </a:extLst>
          </p:cNvPr>
          <p:cNvSpPr>
            <a:spLocks noGrp="1" noRot="1" noChangeAspect="1" noChangeArrowheads="1" noTextEdit="1"/>
          </p:cNvSpPr>
          <p:nvPr>
            <p:ph type="sldImg"/>
          </p:nvPr>
        </p:nvSpPr>
        <p:spPr>
          <a:ln/>
        </p:spPr>
      </p:sp>
      <p:sp>
        <p:nvSpPr>
          <p:cNvPr id="19460" name="Rectangle 3">
            <a:extLst>
              <a:ext uri="{FF2B5EF4-FFF2-40B4-BE49-F238E27FC236}">
                <a16:creationId xmlns:a16="http://schemas.microsoft.com/office/drawing/2014/main" id="{B93BBDD6-34F8-6A82-09F6-645A72AFBBE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Font typeface="Arial" panose="020B0604020202020204" pitchFamily="34" charset="0"/>
              <a:buNone/>
            </a:pPr>
            <a:r>
              <a:rPr lang="en-GB" altLang="en-US" dirty="0"/>
              <a:t>Create interface designs.</a:t>
            </a:r>
          </a:p>
          <a:p>
            <a:pPr marL="0" indent="0" eaLnBrk="1" hangingPunct="1">
              <a:buFont typeface="Arial" panose="020B0604020202020204" pitchFamily="34" charset="0"/>
              <a:buNone/>
            </a:pPr>
            <a:r>
              <a:rPr lang="en-GB" altLang="en-US" dirty="0"/>
              <a:t>Plan how to solve key problems (design algorithms).</a:t>
            </a:r>
          </a:p>
          <a:p>
            <a:pPr marL="0" indent="0" eaLnBrk="1" hangingPunct="1">
              <a:buFont typeface="Arial" panose="020B0604020202020204" pitchFamily="34" charset="0"/>
              <a:buNone/>
            </a:pPr>
            <a:r>
              <a:rPr lang="en-GB" altLang="en-US" dirty="0"/>
              <a:t>Create data requirement designs.</a:t>
            </a:r>
          </a:p>
          <a:p>
            <a:pPr marL="0" indent="0" eaLnBrk="1" hangingPunct="1">
              <a:buFont typeface="Arial" panose="020B0604020202020204" pitchFamily="34" charset="0"/>
              <a:buNone/>
            </a:pPr>
            <a:r>
              <a:rPr lang="en-GB" altLang="en-US" dirty="0"/>
              <a:t>Create a proof of concept.</a:t>
            </a:r>
          </a:p>
          <a:p>
            <a:pPr marL="0" indent="0" eaLnBrk="1" hangingPunct="1">
              <a:buFont typeface="Arial" panose="020B0604020202020204" pitchFamily="34" charset="0"/>
              <a:buNone/>
            </a:pPr>
            <a:r>
              <a:rPr lang="en-GB" altLang="en-US" dirty="0"/>
              <a:t>Produce initial testing schedule.</a:t>
            </a:r>
            <a:endParaRPr lang="en-US"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732D6C-04EB-9872-856B-188F077F9198}"/>
            </a:ext>
          </a:extLst>
        </p:cNvPr>
        <p:cNvGrpSpPr/>
        <p:nvPr/>
      </p:nvGrpSpPr>
      <p:grpSpPr>
        <a:xfrm>
          <a:off x="0" y="0"/>
          <a:ext cx="0" cy="0"/>
          <a:chOff x="0" y="0"/>
          <a:chExt cx="0" cy="0"/>
        </a:xfrm>
      </p:grpSpPr>
      <p:sp>
        <p:nvSpPr>
          <p:cNvPr id="19458" name="Slide Image Placeholder 1">
            <a:extLst>
              <a:ext uri="{FF2B5EF4-FFF2-40B4-BE49-F238E27FC236}">
                <a16:creationId xmlns:a16="http://schemas.microsoft.com/office/drawing/2014/main" id="{FD00B0A0-3142-3EFE-8F0A-AF9DD98C6B02}"/>
              </a:ext>
            </a:extLst>
          </p:cNvPr>
          <p:cNvSpPr>
            <a:spLocks noGrp="1" noRot="1" noChangeAspect="1" noChangeArrowheads="1" noTextEdit="1"/>
          </p:cNvSpPr>
          <p:nvPr>
            <p:ph type="sldImg"/>
          </p:nvPr>
        </p:nvSpPr>
        <p:spPr>
          <a:ln/>
        </p:spPr>
      </p:sp>
      <p:sp>
        <p:nvSpPr>
          <p:cNvPr id="19459" name="Notes Placeholder 2">
            <a:extLst>
              <a:ext uri="{FF2B5EF4-FFF2-40B4-BE49-F238E27FC236}">
                <a16:creationId xmlns:a16="http://schemas.microsoft.com/office/drawing/2014/main" id="{131C3B01-2955-6126-DD31-A3764869203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
        <p:nvSpPr>
          <p:cNvPr id="19460" name="Slide Number Placeholder 3">
            <a:extLst>
              <a:ext uri="{FF2B5EF4-FFF2-40B4-BE49-F238E27FC236}">
                <a16:creationId xmlns:a16="http://schemas.microsoft.com/office/drawing/2014/main" id="{1248B560-F751-3CF0-C73E-B05AC84DF8A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2415FD51-F16C-49AD-855E-6D86249AC32F}" type="slidenum">
              <a:rPr lang="en-GB" altLang="en-US" smtClean="0"/>
              <a:pPr>
                <a:spcBef>
                  <a:spcPct val="0"/>
                </a:spcBef>
              </a:pPr>
              <a:t>3</a:t>
            </a:fld>
            <a:endParaRPr lang="en-GB" altLang="en-US"/>
          </a:p>
        </p:txBody>
      </p:sp>
    </p:spTree>
    <p:extLst>
      <p:ext uri="{BB962C8B-B14F-4D97-AF65-F5344CB8AC3E}">
        <p14:creationId xmlns:p14="http://schemas.microsoft.com/office/powerpoint/2010/main" val="38788737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2125DE-2E3F-D95D-9D64-D9198E775DE4}"/>
            </a:ext>
          </a:extLst>
        </p:cNvPr>
        <p:cNvGrpSpPr/>
        <p:nvPr/>
      </p:nvGrpSpPr>
      <p:grpSpPr>
        <a:xfrm>
          <a:off x="0" y="0"/>
          <a:ext cx="0" cy="0"/>
          <a:chOff x="0" y="0"/>
          <a:chExt cx="0" cy="0"/>
        </a:xfrm>
      </p:grpSpPr>
      <p:sp>
        <p:nvSpPr>
          <p:cNvPr id="19458" name="Slide Image Placeholder 1">
            <a:extLst>
              <a:ext uri="{FF2B5EF4-FFF2-40B4-BE49-F238E27FC236}">
                <a16:creationId xmlns:a16="http://schemas.microsoft.com/office/drawing/2014/main" id="{0FFAE3FA-F7E1-BD1F-B6C4-A4B10E9EB7AC}"/>
              </a:ext>
            </a:extLst>
          </p:cNvPr>
          <p:cNvSpPr>
            <a:spLocks noGrp="1" noRot="1" noChangeAspect="1" noChangeArrowheads="1" noTextEdit="1"/>
          </p:cNvSpPr>
          <p:nvPr>
            <p:ph type="sldImg"/>
          </p:nvPr>
        </p:nvSpPr>
        <p:spPr>
          <a:ln/>
        </p:spPr>
      </p:sp>
      <p:sp>
        <p:nvSpPr>
          <p:cNvPr id="19459" name="Notes Placeholder 2">
            <a:extLst>
              <a:ext uri="{FF2B5EF4-FFF2-40B4-BE49-F238E27FC236}">
                <a16:creationId xmlns:a16="http://schemas.microsoft.com/office/drawing/2014/main" id="{92BCCA38-2464-EC2F-175F-94F1A2201F0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
        <p:nvSpPr>
          <p:cNvPr id="19460" name="Slide Number Placeholder 3">
            <a:extLst>
              <a:ext uri="{FF2B5EF4-FFF2-40B4-BE49-F238E27FC236}">
                <a16:creationId xmlns:a16="http://schemas.microsoft.com/office/drawing/2014/main" id="{C701F2FB-8D1B-F82A-B3EB-B6DEF7F6B17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2415FD51-F16C-49AD-855E-6D86249AC32F}" type="slidenum">
              <a:rPr lang="en-GB" altLang="en-US" smtClean="0"/>
              <a:pPr>
                <a:spcBef>
                  <a:spcPct val="0"/>
                </a:spcBef>
              </a:pPr>
              <a:t>4</a:t>
            </a:fld>
            <a:endParaRPr lang="en-GB" altLang="en-US"/>
          </a:p>
        </p:txBody>
      </p:sp>
    </p:spTree>
    <p:extLst>
      <p:ext uri="{BB962C8B-B14F-4D97-AF65-F5344CB8AC3E}">
        <p14:creationId xmlns:p14="http://schemas.microsoft.com/office/powerpoint/2010/main" val="42723402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F6618F-6203-8580-2292-49B034F45A71}"/>
            </a:ext>
          </a:extLst>
        </p:cNvPr>
        <p:cNvGrpSpPr/>
        <p:nvPr/>
      </p:nvGrpSpPr>
      <p:grpSpPr>
        <a:xfrm>
          <a:off x="0" y="0"/>
          <a:ext cx="0" cy="0"/>
          <a:chOff x="0" y="0"/>
          <a:chExt cx="0" cy="0"/>
        </a:xfrm>
      </p:grpSpPr>
      <p:sp>
        <p:nvSpPr>
          <p:cNvPr id="19458" name="Slide Image Placeholder 1">
            <a:extLst>
              <a:ext uri="{FF2B5EF4-FFF2-40B4-BE49-F238E27FC236}">
                <a16:creationId xmlns:a16="http://schemas.microsoft.com/office/drawing/2014/main" id="{790E83EE-A70E-E67E-B799-7FB67BF7795E}"/>
              </a:ext>
            </a:extLst>
          </p:cNvPr>
          <p:cNvSpPr>
            <a:spLocks noGrp="1" noRot="1" noChangeAspect="1" noChangeArrowheads="1" noTextEdit="1"/>
          </p:cNvSpPr>
          <p:nvPr>
            <p:ph type="sldImg"/>
          </p:nvPr>
        </p:nvSpPr>
        <p:spPr>
          <a:ln/>
        </p:spPr>
      </p:sp>
      <p:sp>
        <p:nvSpPr>
          <p:cNvPr id="19459" name="Notes Placeholder 2">
            <a:extLst>
              <a:ext uri="{FF2B5EF4-FFF2-40B4-BE49-F238E27FC236}">
                <a16:creationId xmlns:a16="http://schemas.microsoft.com/office/drawing/2014/main" id="{5CBF28C2-F639-109A-B7A6-5ED14873111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dirty="0"/>
              <a:t>https://www.youtube.com/watch?v=1SNZRCVNizg</a:t>
            </a:r>
          </a:p>
          <a:p>
            <a:r>
              <a:rPr lang="en-GB" dirty="0"/>
              <a:t>https://www.youtube.com/watch?v=FTFaQWZBqQ8</a:t>
            </a:r>
          </a:p>
          <a:p>
            <a:r>
              <a:rPr lang="en-GB" dirty="0"/>
              <a:t>https://www.youtube.com/watch?v=jQ1sfKIl50E</a:t>
            </a:r>
          </a:p>
          <a:p>
            <a:r>
              <a:rPr lang="en-GB" dirty="0"/>
              <a:t>https://waverleysoftware.com/blog/how-to-build-software-product/</a:t>
            </a:r>
          </a:p>
          <a:p>
            <a:endParaRPr lang="en-GB" dirty="0"/>
          </a:p>
          <a:p>
            <a:r>
              <a:rPr lang="en-GB" sz="1200" b="0" i="0" kern="1200" dirty="0">
                <a:solidFill>
                  <a:schemeClr val="tx1"/>
                </a:solidFill>
                <a:effectLst/>
                <a:latin typeface="Arial" pitchFamily="34" charset="0"/>
                <a:ea typeface="+mn-ea"/>
                <a:cs typeface="Arial" pitchFamily="34" charset="0"/>
              </a:rPr>
              <a:t>Figma is a cloud-based vector design tool that enables UX and UI designers to create, collaborate on, and share their designs. Designers using Figma can create high-fidelity prototypes and user interface designs for web, mobile, and desktop applications.</a:t>
            </a:r>
          </a:p>
          <a:p>
            <a:r>
              <a:rPr lang="en-GB" dirty="0"/>
              <a:t>https://www.figma.com/web-design/</a:t>
            </a:r>
          </a:p>
        </p:txBody>
      </p:sp>
      <p:sp>
        <p:nvSpPr>
          <p:cNvPr id="19460" name="Slide Number Placeholder 3">
            <a:extLst>
              <a:ext uri="{FF2B5EF4-FFF2-40B4-BE49-F238E27FC236}">
                <a16:creationId xmlns:a16="http://schemas.microsoft.com/office/drawing/2014/main" id="{23FC112F-B355-3C3A-8159-C9C2DB72DD5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2415FD51-F16C-49AD-855E-6D86249AC32F}" type="slidenum">
              <a:rPr lang="en-GB" altLang="en-US" smtClean="0"/>
              <a:pPr>
                <a:spcBef>
                  <a:spcPct val="0"/>
                </a:spcBef>
              </a:pPr>
              <a:t>5</a:t>
            </a:fld>
            <a:endParaRPr lang="en-GB" altLang="en-US"/>
          </a:p>
        </p:txBody>
      </p:sp>
    </p:spTree>
    <p:extLst>
      <p:ext uri="{BB962C8B-B14F-4D97-AF65-F5344CB8AC3E}">
        <p14:creationId xmlns:p14="http://schemas.microsoft.com/office/powerpoint/2010/main" val="30085405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093E8F-1A60-A697-5315-62D02458F030}"/>
            </a:ext>
          </a:extLst>
        </p:cNvPr>
        <p:cNvGrpSpPr/>
        <p:nvPr/>
      </p:nvGrpSpPr>
      <p:grpSpPr>
        <a:xfrm>
          <a:off x="0" y="0"/>
          <a:ext cx="0" cy="0"/>
          <a:chOff x="0" y="0"/>
          <a:chExt cx="0" cy="0"/>
        </a:xfrm>
      </p:grpSpPr>
      <p:sp>
        <p:nvSpPr>
          <p:cNvPr id="19458" name="Slide Image Placeholder 1">
            <a:extLst>
              <a:ext uri="{FF2B5EF4-FFF2-40B4-BE49-F238E27FC236}">
                <a16:creationId xmlns:a16="http://schemas.microsoft.com/office/drawing/2014/main" id="{0BDF6444-F9BC-742F-C0F6-2836FE099A05}"/>
              </a:ext>
            </a:extLst>
          </p:cNvPr>
          <p:cNvSpPr>
            <a:spLocks noGrp="1" noRot="1" noChangeAspect="1" noChangeArrowheads="1" noTextEdit="1"/>
          </p:cNvSpPr>
          <p:nvPr>
            <p:ph type="sldImg"/>
          </p:nvPr>
        </p:nvSpPr>
        <p:spPr>
          <a:ln/>
        </p:spPr>
      </p:sp>
      <p:sp>
        <p:nvSpPr>
          <p:cNvPr id="19459" name="Notes Placeholder 2">
            <a:extLst>
              <a:ext uri="{FF2B5EF4-FFF2-40B4-BE49-F238E27FC236}">
                <a16:creationId xmlns:a16="http://schemas.microsoft.com/office/drawing/2014/main" id="{2B15F1DB-239A-8CA1-A793-ADCDE830A41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
        <p:nvSpPr>
          <p:cNvPr id="19460" name="Slide Number Placeholder 3">
            <a:extLst>
              <a:ext uri="{FF2B5EF4-FFF2-40B4-BE49-F238E27FC236}">
                <a16:creationId xmlns:a16="http://schemas.microsoft.com/office/drawing/2014/main" id="{4BF3B5C3-8FEF-F2CF-38E6-F0921041671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2415FD51-F16C-49AD-855E-6D86249AC32F}" type="slidenum">
              <a:rPr lang="en-GB" altLang="en-US" smtClean="0"/>
              <a:pPr>
                <a:spcBef>
                  <a:spcPct val="0"/>
                </a:spcBef>
              </a:pPr>
              <a:t>6</a:t>
            </a:fld>
            <a:endParaRPr lang="en-GB" altLang="en-US"/>
          </a:p>
        </p:txBody>
      </p:sp>
    </p:spTree>
    <p:extLst>
      <p:ext uri="{BB962C8B-B14F-4D97-AF65-F5344CB8AC3E}">
        <p14:creationId xmlns:p14="http://schemas.microsoft.com/office/powerpoint/2010/main" val="41326401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61BB1B-BC46-79D2-5425-A5B7257A1DE2}"/>
            </a:ext>
          </a:extLst>
        </p:cNvPr>
        <p:cNvGrpSpPr/>
        <p:nvPr/>
      </p:nvGrpSpPr>
      <p:grpSpPr>
        <a:xfrm>
          <a:off x="0" y="0"/>
          <a:ext cx="0" cy="0"/>
          <a:chOff x="0" y="0"/>
          <a:chExt cx="0" cy="0"/>
        </a:xfrm>
      </p:grpSpPr>
      <p:sp>
        <p:nvSpPr>
          <p:cNvPr id="19458" name="Slide Image Placeholder 1">
            <a:extLst>
              <a:ext uri="{FF2B5EF4-FFF2-40B4-BE49-F238E27FC236}">
                <a16:creationId xmlns:a16="http://schemas.microsoft.com/office/drawing/2014/main" id="{7A5BDECC-1B3D-673F-5AAE-CFAEB70E4A56}"/>
              </a:ext>
            </a:extLst>
          </p:cNvPr>
          <p:cNvSpPr>
            <a:spLocks noGrp="1" noRot="1" noChangeAspect="1" noChangeArrowheads="1" noTextEdit="1"/>
          </p:cNvSpPr>
          <p:nvPr>
            <p:ph type="sldImg"/>
          </p:nvPr>
        </p:nvSpPr>
        <p:spPr>
          <a:ln/>
        </p:spPr>
      </p:sp>
      <p:sp>
        <p:nvSpPr>
          <p:cNvPr id="19459" name="Notes Placeholder 2">
            <a:extLst>
              <a:ext uri="{FF2B5EF4-FFF2-40B4-BE49-F238E27FC236}">
                <a16:creationId xmlns:a16="http://schemas.microsoft.com/office/drawing/2014/main" id="{C2E6F1E7-3EF1-BA80-82CE-8BDF6830BF2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dirty="0"/>
              <a:t>https://www.archimetric.com/discovering-the-best-er-diagram-tool-for-data-architects/</a:t>
            </a:r>
          </a:p>
        </p:txBody>
      </p:sp>
      <p:sp>
        <p:nvSpPr>
          <p:cNvPr id="19460" name="Slide Number Placeholder 3">
            <a:extLst>
              <a:ext uri="{FF2B5EF4-FFF2-40B4-BE49-F238E27FC236}">
                <a16:creationId xmlns:a16="http://schemas.microsoft.com/office/drawing/2014/main" id="{BC06FBF8-B5D4-4946-D5A9-D26A813755E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2415FD51-F16C-49AD-855E-6D86249AC32F}" type="slidenum">
              <a:rPr lang="en-GB" altLang="en-US" smtClean="0"/>
              <a:pPr>
                <a:spcBef>
                  <a:spcPct val="0"/>
                </a:spcBef>
              </a:pPr>
              <a:t>7</a:t>
            </a:fld>
            <a:endParaRPr lang="en-GB" altLang="en-US"/>
          </a:p>
        </p:txBody>
      </p:sp>
    </p:spTree>
    <p:extLst>
      <p:ext uri="{BB962C8B-B14F-4D97-AF65-F5344CB8AC3E}">
        <p14:creationId xmlns:p14="http://schemas.microsoft.com/office/powerpoint/2010/main" val="41949524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6CC68-52F5-98BF-EB46-894D7BF43EE0}"/>
            </a:ext>
          </a:extLst>
        </p:cNvPr>
        <p:cNvGrpSpPr/>
        <p:nvPr/>
      </p:nvGrpSpPr>
      <p:grpSpPr>
        <a:xfrm>
          <a:off x="0" y="0"/>
          <a:ext cx="0" cy="0"/>
          <a:chOff x="0" y="0"/>
          <a:chExt cx="0" cy="0"/>
        </a:xfrm>
      </p:grpSpPr>
      <p:sp>
        <p:nvSpPr>
          <p:cNvPr id="19458" name="Slide Image Placeholder 1">
            <a:extLst>
              <a:ext uri="{FF2B5EF4-FFF2-40B4-BE49-F238E27FC236}">
                <a16:creationId xmlns:a16="http://schemas.microsoft.com/office/drawing/2014/main" id="{B6691FC5-ADAF-055F-0B7B-43DDC6F1D470}"/>
              </a:ext>
            </a:extLst>
          </p:cNvPr>
          <p:cNvSpPr>
            <a:spLocks noGrp="1" noRot="1" noChangeAspect="1" noChangeArrowheads="1" noTextEdit="1"/>
          </p:cNvSpPr>
          <p:nvPr>
            <p:ph type="sldImg"/>
          </p:nvPr>
        </p:nvSpPr>
        <p:spPr>
          <a:ln/>
        </p:spPr>
      </p:sp>
      <p:sp>
        <p:nvSpPr>
          <p:cNvPr id="19459" name="Notes Placeholder 2">
            <a:extLst>
              <a:ext uri="{FF2B5EF4-FFF2-40B4-BE49-F238E27FC236}">
                <a16:creationId xmlns:a16="http://schemas.microsoft.com/office/drawing/2014/main" id="{7D3CCD01-3FF6-DBE0-0895-EA6E038FE3D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
        <p:nvSpPr>
          <p:cNvPr id="19460" name="Slide Number Placeholder 3">
            <a:extLst>
              <a:ext uri="{FF2B5EF4-FFF2-40B4-BE49-F238E27FC236}">
                <a16:creationId xmlns:a16="http://schemas.microsoft.com/office/drawing/2014/main" id="{C74E485B-E471-D4D3-E06A-DE36B2152C5D}"/>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2415FD51-F16C-49AD-855E-6D86249AC32F}" type="slidenum">
              <a:rPr lang="en-GB" altLang="en-US" smtClean="0"/>
              <a:pPr>
                <a:spcBef>
                  <a:spcPct val="0"/>
                </a:spcBef>
              </a:pPr>
              <a:t>8</a:t>
            </a:fld>
            <a:endParaRPr lang="en-GB" altLang="en-US"/>
          </a:p>
        </p:txBody>
      </p:sp>
    </p:spTree>
    <p:extLst>
      <p:ext uri="{BB962C8B-B14F-4D97-AF65-F5344CB8AC3E}">
        <p14:creationId xmlns:p14="http://schemas.microsoft.com/office/powerpoint/2010/main" val="20790540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898DFA-9EBB-2989-1C5E-3CE82CEC2FCF}"/>
            </a:ext>
          </a:extLst>
        </p:cNvPr>
        <p:cNvGrpSpPr/>
        <p:nvPr/>
      </p:nvGrpSpPr>
      <p:grpSpPr>
        <a:xfrm>
          <a:off x="0" y="0"/>
          <a:ext cx="0" cy="0"/>
          <a:chOff x="0" y="0"/>
          <a:chExt cx="0" cy="0"/>
        </a:xfrm>
      </p:grpSpPr>
      <p:sp>
        <p:nvSpPr>
          <p:cNvPr id="19458" name="Slide Image Placeholder 1">
            <a:extLst>
              <a:ext uri="{FF2B5EF4-FFF2-40B4-BE49-F238E27FC236}">
                <a16:creationId xmlns:a16="http://schemas.microsoft.com/office/drawing/2014/main" id="{4B75D123-31A0-51DB-D42B-26373417BDE2}"/>
              </a:ext>
            </a:extLst>
          </p:cNvPr>
          <p:cNvSpPr>
            <a:spLocks noGrp="1" noRot="1" noChangeAspect="1" noChangeArrowheads="1" noTextEdit="1"/>
          </p:cNvSpPr>
          <p:nvPr>
            <p:ph type="sldImg"/>
          </p:nvPr>
        </p:nvSpPr>
        <p:spPr>
          <a:ln/>
        </p:spPr>
      </p:sp>
      <p:sp>
        <p:nvSpPr>
          <p:cNvPr id="19459" name="Notes Placeholder 2">
            <a:extLst>
              <a:ext uri="{FF2B5EF4-FFF2-40B4-BE49-F238E27FC236}">
                <a16:creationId xmlns:a16="http://schemas.microsoft.com/office/drawing/2014/main" id="{AB439445-D1F1-F727-D02C-972F5FC0AA2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dirty="0"/>
              <a:t>https://www.projectmanager.com/templates/test-plan-template</a:t>
            </a:r>
          </a:p>
        </p:txBody>
      </p:sp>
      <p:sp>
        <p:nvSpPr>
          <p:cNvPr id="19460" name="Slide Number Placeholder 3">
            <a:extLst>
              <a:ext uri="{FF2B5EF4-FFF2-40B4-BE49-F238E27FC236}">
                <a16:creationId xmlns:a16="http://schemas.microsoft.com/office/drawing/2014/main" id="{3F395515-0A09-49E6-0215-3A2B63E185C9}"/>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2415FD51-F16C-49AD-855E-6D86249AC32F}" type="slidenum">
              <a:rPr lang="en-GB" altLang="en-US" smtClean="0"/>
              <a:pPr>
                <a:spcBef>
                  <a:spcPct val="0"/>
                </a:spcBef>
              </a:pPr>
              <a:t>9</a:t>
            </a:fld>
            <a:endParaRPr lang="en-GB" altLang="en-US"/>
          </a:p>
        </p:txBody>
      </p:sp>
    </p:spTree>
    <p:extLst>
      <p:ext uri="{BB962C8B-B14F-4D97-AF65-F5344CB8AC3E}">
        <p14:creationId xmlns:p14="http://schemas.microsoft.com/office/powerpoint/2010/main" val="22261115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81CFE7-9BAC-92A1-8911-FD1FEA8E0796}"/>
            </a:ext>
          </a:extLst>
        </p:cNvPr>
        <p:cNvGrpSpPr/>
        <p:nvPr/>
      </p:nvGrpSpPr>
      <p:grpSpPr>
        <a:xfrm>
          <a:off x="0" y="0"/>
          <a:ext cx="0" cy="0"/>
          <a:chOff x="0" y="0"/>
          <a:chExt cx="0" cy="0"/>
        </a:xfrm>
      </p:grpSpPr>
      <p:sp>
        <p:nvSpPr>
          <p:cNvPr id="32770" name="Slide Image Placeholder 1">
            <a:extLst>
              <a:ext uri="{FF2B5EF4-FFF2-40B4-BE49-F238E27FC236}">
                <a16:creationId xmlns:a16="http://schemas.microsoft.com/office/drawing/2014/main" id="{EEFA0842-B317-2E05-C079-17A799AA824C}"/>
              </a:ext>
            </a:extLst>
          </p:cNvPr>
          <p:cNvSpPr>
            <a:spLocks noGrp="1" noRot="1" noChangeAspect="1" noChangeArrowheads="1" noTextEdit="1"/>
          </p:cNvSpPr>
          <p:nvPr>
            <p:ph type="sldImg"/>
          </p:nvPr>
        </p:nvSpPr>
        <p:spPr>
          <a:ln/>
        </p:spPr>
      </p:sp>
      <p:sp>
        <p:nvSpPr>
          <p:cNvPr id="32771" name="Notes Placeholder 2">
            <a:extLst>
              <a:ext uri="{FF2B5EF4-FFF2-40B4-BE49-F238E27FC236}">
                <a16:creationId xmlns:a16="http://schemas.microsoft.com/office/drawing/2014/main" id="{C0530003-B3FA-F484-B044-FB034052B3B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b="1" dirty="0"/>
              <a:t>Time:</a:t>
            </a:r>
            <a:r>
              <a:rPr lang="en-GB" dirty="0"/>
              <a:t> 60–90 minutes (including presentations)</a:t>
            </a:r>
            <a:br>
              <a:rPr lang="en-GB" dirty="0"/>
            </a:br>
            <a:endParaRPr lang="en-GB" dirty="0"/>
          </a:p>
          <a:p>
            <a:r>
              <a:rPr lang="en-GB" b="1" dirty="0"/>
              <a:t>Purpose of the Activity</a:t>
            </a:r>
          </a:p>
          <a:p>
            <a:r>
              <a:rPr lang="en-GB" dirty="0"/>
              <a:t>Apply the </a:t>
            </a:r>
            <a:r>
              <a:rPr lang="en-GB" b="1" dirty="0"/>
              <a:t>core stages of product design</a:t>
            </a:r>
            <a:r>
              <a:rPr lang="en-GB" dirty="0"/>
              <a:t> in a practical, team-based challenge</a:t>
            </a:r>
          </a:p>
          <a:p>
            <a:r>
              <a:rPr lang="en-GB" dirty="0"/>
              <a:t>Strengthen your skills in </a:t>
            </a:r>
            <a:r>
              <a:rPr lang="en-GB" b="1" dirty="0"/>
              <a:t>problem-solving, planning, design thinking, and communication</a:t>
            </a:r>
            <a:endParaRPr lang="en-GB" dirty="0"/>
          </a:p>
          <a:p>
            <a:r>
              <a:rPr lang="en-GB" dirty="0"/>
              <a:t>Understand how designers and developers turn ideas into working products</a:t>
            </a:r>
          </a:p>
          <a:p>
            <a:endParaRPr lang="en-GB" dirty="0"/>
          </a:p>
          <a:p>
            <a:endParaRPr lang="en-GB" dirty="0"/>
          </a:p>
        </p:txBody>
      </p:sp>
      <p:sp>
        <p:nvSpPr>
          <p:cNvPr id="32772" name="Slide Number Placeholder 3">
            <a:extLst>
              <a:ext uri="{FF2B5EF4-FFF2-40B4-BE49-F238E27FC236}">
                <a16:creationId xmlns:a16="http://schemas.microsoft.com/office/drawing/2014/main" id="{AD189570-8D3D-0501-4036-DFF797FE3BA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A66E82B-6047-4B9A-811C-5485D60B65B8}" type="slidenum">
              <a:rPr lang="en-GB" altLang="en-US" smtClean="0"/>
              <a:pPr/>
              <a:t>10</a:t>
            </a:fld>
            <a:endParaRPr lang="en-GB" altLang="en-US"/>
          </a:p>
        </p:txBody>
      </p:sp>
    </p:spTree>
    <p:extLst>
      <p:ext uri="{BB962C8B-B14F-4D97-AF65-F5344CB8AC3E}">
        <p14:creationId xmlns:p14="http://schemas.microsoft.com/office/powerpoint/2010/main" val="30707738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B7810480-5ECB-BE87-58F2-A360C2C46151}"/>
              </a:ext>
            </a:extLst>
          </p:cNvPr>
          <p:cNvGrpSpPr>
            <a:grpSpLocks/>
          </p:cNvGrpSpPr>
          <p:nvPr/>
        </p:nvGrpSpPr>
        <p:grpSpPr bwMode="auto">
          <a:xfrm>
            <a:off x="0" y="2438400"/>
            <a:ext cx="9009063" cy="1052513"/>
            <a:chOff x="0" y="1536"/>
            <a:chExt cx="5675" cy="663"/>
          </a:xfrm>
        </p:grpSpPr>
        <p:grpSp>
          <p:nvGrpSpPr>
            <p:cNvPr id="3" name="Group 3">
              <a:extLst>
                <a:ext uri="{FF2B5EF4-FFF2-40B4-BE49-F238E27FC236}">
                  <a16:creationId xmlns:a16="http://schemas.microsoft.com/office/drawing/2014/main" id="{00EA3AFF-358A-33A6-DEE8-58A6CC08022F}"/>
                </a:ext>
              </a:extLst>
            </p:cNvPr>
            <p:cNvGrpSpPr>
              <a:grpSpLocks/>
            </p:cNvGrpSpPr>
            <p:nvPr/>
          </p:nvGrpSpPr>
          <p:grpSpPr bwMode="auto">
            <a:xfrm>
              <a:off x="183" y="1604"/>
              <a:ext cx="448" cy="299"/>
              <a:chOff x="720" y="336"/>
              <a:chExt cx="624" cy="432"/>
            </a:xfrm>
          </p:grpSpPr>
          <p:sp>
            <p:nvSpPr>
              <p:cNvPr id="10" name="Rectangle 4">
                <a:extLst>
                  <a:ext uri="{FF2B5EF4-FFF2-40B4-BE49-F238E27FC236}">
                    <a16:creationId xmlns:a16="http://schemas.microsoft.com/office/drawing/2014/main" id="{AEF0B258-F8AE-51A1-4410-D5988A977085}"/>
                  </a:ext>
                </a:extLst>
              </p:cNvPr>
              <p:cNvSpPr>
                <a:spLocks noChangeArrowheads="1"/>
              </p:cNvSpPr>
              <p:nvPr/>
            </p:nvSpPr>
            <p:spPr bwMode="auto">
              <a:xfrm>
                <a:off x="720" y="336"/>
                <a:ext cx="384" cy="432"/>
              </a:xfrm>
              <a:prstGeom prst="rect">
                <a:avLst/>
              </a:prstGeom>
              <a:solidFill>
                <a:schemeClr val="folHlink"/>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p>
            </p:txBody>
          </p:sp>
          <p:sp>
            <p:nvSpPr>
              <p:cNvPr id="11" name="Rectangle 5">
                <a:extLst>
                  <a:ext uri="{FF2B5EF4-FFF2-40B4-BE49-F238E27FC236}">
                    <a16:creationId xmlns:a16="http://schemas.microsoft.com/office/drawing/2014/main" id="{F530CAED-1744-ACF9-76BA-4F49ADE2E195}"/>
                  </a:ext>
                </a:extLst>
              </p:cNvPr>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p>
            </p:txBody>
          </p:sp>
        </p:grpSp>
        <p:grpSp>
          <p:nvGrpSpPr>
            <p:cNvPr id="4" name="Group 6">
              <a:extLst>
                <a:ext uri="{FF2B5EF4-FFF2-40B4-BE49-F238E27FC236}">
                  <a16:creationId xmlns:a16="http://schemas.microsoft.com/office/drawing/2014/main" id="{11C4AD0B-BCCD-DDF6-D6B8-3C7EF96688B3}"/>
                </a:ext>
              </a:extLst>
            </p:cNvPr>
            <p:cNvGrpSpPr>
              <a:grpSpLocks/>
            </p:cNvGrpSpPr>
            <p:nvPr/>
          </p:nvGrpSpPr>
          <p:grpSpPr bwMode="auto">
            <a:xfrm>
              <a:off x="261" y="1870"/>
              <a:ext cx="465" cy="299"/>
              <a:chOff x="912" y="2640"/>
              <a:chExt cx="672" cy="432"/>
            </a:xfrm>
          </p:grpSpPr>
          <p:sp>
            <p:nvSpPr>
              <p:cNvPr id="8" name="Rectangle 7">
                <a:extLst>
                  <a:ext uri="{FF2B5EF4-FFF2-40B4-BE49-F238E27FC236}">
                    <a16:creationId xmlns:a16="http://schemas.microsoft.com/office/drawing/2014/main" id="{EBF9E7C4-36E9-B353-CFEE-63935B65C939}"/>
                  </a:ext>
                </a:extLst>
              </p:cNvPr>
              <p:cNvSpPr>
                <a:spLocks noChangeArrowheads="1"/>
              </p:cNvSpPr>
              <p:nvPr/>
            </p:nvSpPr>
            <p:spPr bwMode="auto">
              <a:xfrm>
                <a:off x="912" y="2640"/>
                <a:ext cx="384" cy="432"/>
              </a:xfrm>
              <a:prstGeom prst="rect">
                <a:avLst/>
              </a:prstGeom>
              <a:solidFill>
                <a:schemeClr val="accent2"/>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p>
            </p:txBody>
          </p:sp>
          <p:sp>
            <p:nvSpPr>
              <p:cNvPr id="9" name="Rectangle 8">
                <a:extLst>
                  <a:ext uri="{FF2B5EF4-FFF2-40B4-BE49-F238E27FC236}">
                    <a16:creationId xmlns:a16="http://schemas.microsoft.com/office/drawing/2014/main" id="{9C615290-51F2-89BA-91D4-3E9E1C94446A}"/>
                  </a:ext>
                </a:extLst>
              </p:cNvPr>
              <p:cNvSpPr>
                <a:spLocks noChangeArrowheads="1"/>
              </p:cNvSpPr>
              <p:nvPr/>
            </p:nvSpPr>
            <p:spPr bwMode="auto">
              <a:xfrm>
                <a:off x="1249" y="2640"/>
                <a:ext cx="335" cy="432"/>
              </a:xfrm>
              <a:prstGeom prst="rect">
                <a:avLst/>
              </a:prstGeom>
              <a:gradFill rotWithShape="0">
                <a:gsLst>
                  <a:gs pos="0">
                    <a:schemeClr val="accent2"/>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p>
            </p:txBody>
          </p:sp>
        </p:grpSp>
        <p:sp>
          <p:nvSpPr>
            <p:cNvPr id="5" name="Rectangle 9">
              <a:extLst>
                <a:ext uri="{FF2B5EF4-FFF2-40B4-BE49-F238E27FC236}">
                  <a16:creationId xmlns:a16="http://schemas.microsoft.com/office/drawing/2014/main" id="{68F637F3-1CFD-F37D-6BB7-2F941BDD9073}"/>
                </a:ext>
              </a:extLst>
            </p:cNvPr>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p>
          </p:txBody>
        </p:sp>
        <p:sp>
          <p:nvSpPr>
            <p:cNvPr id="6" name="Rectangle 10">
              <a:extLst>
                <a:ext uri="{FF2B5EF4-FFF2-40B4-BE49-F238E27FC236}">
                  <a16:creationId xmlns:a16="http://schemas.microsoft.com/office/drawing/2014/main" id="{36F9B091-71A7-A578-D31F-69DC6C1898F6}"/>
                </a:ext>
              </a:extLst>
            </p:cNvPr>
            <p:cNvSpPr>
              <a:spLocks noChangeArrowheads="1"/>
            </p:cNvSpPr>
            <p:nvPr/>
          </p:nvSpPr>
          <p:spPr bwMode="auto">
            <a:xfrm>
              <a:off x="400" y="1536"/>
              <a:ext cx="20" cy="663"/>
            </a:xfrm>
            <a:prstGeom prst="rect">
              <a:avLst/>
            </a:prstGeom>
            <a:solidFill>
              <a:schemeClr val="bg2"/>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p>
          </p:txBody>
        </p:sp>
        <p:sp>
          <p:nvSpPr>
            <p:cNvPr id="7" name="Rectangle 11">
              <a:extLst>
                <a:ext uri="{FF2B5EF4-FFF2-40B4-BE49-F238E27FC236}">
                  <a16:creationId xmlns:a16="http://schemas.microsoft.com/office/drawing/2014/main" id="{E9529A3F-D0CC-2872-9695-C20454AE92B9}"/>
                </a:ext>
              </a:extLst>
            </p:cNvPr>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p>
          </p:txBody>
        </p:sp>
      </p:grpSp>
      <p:sp>
        <p:nvSpPr>
          <p:cNvPr id="12" name="TextBox 17">
            <a:extLst>
              <a:ext uri="{FF2B5EF4-FFF2-40B4-BE49-F238E27FC236}">
                <a16:creationId xmlns:a16="http://schemas.microsoft.com/office/drawing/2014/main" id="{74CEED1C-466E-C63E-0433-0A4779C35D36}"/>
              </a:ext>
            </a:extLst>
          </p:cNvPr>
          <p:cNvSpPr txBox="1"/>
          <p:nvPr userDrawn="1"/>
        </p:nvSpPr>
        <p:spPr>
          <a:xfrm>
            <a:off x="7235825" y="6611938"/>
            <a:ext cx="1908175" cy="246062"/>
          </a:xfrm>
          <a:prstGeom prst="rect">
            <a:avLst/>
          </a:prstGeom>
          <a:noFill/>
        </p:spPr>
        <p:txBody>
          <a:bodyPr>
            <a:spAutoFit/>
          </a:bodyPr>
          <a:lstStyle>
            <a:defPPr>
              <a:defRPr lang="en-GB"/>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eaLnBrk="1" hangingPunct="1">
              <a:defRPr/>
            </a:pPr>
            <a:r>
              <a:rPr lang="en-US" sz="1000" dirty="0"/>
              <a:t>Prepared by Hamish Spencer</a:t>
            </a:r>
            <a:endParaRPr lang="en-GB" sz="1000" dirty="0"/>
          </a:p>
        </p:txBody>
      </p:sp>
      <p:sp>
        <p:nvSpPr>
          <p:cNvPr id="25612" name="Rectangle 12"/>
          <p:cNvSpPr>
            <a:spLocks noGrp="1" noChangeArrowheads="1"/>
          </p:cNvSpPr>
          <p:nvPr>
            <p:ph type="ctrTitle"/>
          </p:nvPr>
        </p:nvSpPr>
        <p:spPr>
          <a:xfrm>
            <a:off x="990600" y="1828800"/>
            <a:ext cx="7772400" cy="1143000"/>
          </a:xfrm>
        </p:spPr>
        <p:txBody>
          <a:bodyPr/>
          <a:lstStyle>
            <a:lvl1pPr>
              <a:defRPr/>
            </a:lvl1pPr>
          </a:lstStyle>
          <a:p>
            <a:r>
              <a:rPr lang="en-US"/>
              <a:t>Click to edit Master title style</a:t>
            </a:r>
          </a:p>
        </p:txBody>
      </p:sp>
      <p:sp>
        <p:nvSpPr>
          <p:cNvPr id="25613" name="Rectangle 13"/>
          <p:cNvSpPr>
            <a:spLocks noGrp="1" noChangeArrowheads="1"/>
          </p:cNvSpPr>
          <p:nvPr>
            <p:ph type="subTitle" idx="1"/>
          </p:nvPr>
        </p:nvSpPr>
        <p:spPr>
          <a:xfrm>
            <a:off x="1371600" y="3886200"/>
            <a:ext cx="6400800" cy="1752600"/>
          </a:xfrm>
        </p:spPr>
        <p:txBody>
          <a:bodyPr/>
          <a:lstStyle>
            <a:lvl1pPr marL="0" indent="0" algn="ctr">
              <a:buFont typeface="Wingdings" pitchFamily="2" charset="2"/>
              <a:buNone/>
              <a:defRPr/>
            </a:lvl1pPr>
          </a:lstStyle>
          <a:p>
            <a:r>
              <a:rPr lang="en-US"/>
              <a:t>Click to edit Master subtitle style</a:t>
            </a:r>
          </a:p>
        </p:txBody>
      </p:sp>
      <p:sp>
        <p:nvSpPr>
          <p:cNvPr id="13" name="Date Placeholder 14">
            <a:extLst>
              <a:ext uri="{FF2B5EF4-FFF2-40B4-BE49-F238E27FC236}">
                <a16:creationId xmlns:a16="http://schemas.microsoft.com/office/drawing/2014/main" id="{A84E402D-E460-1685-E2AD-09F35FE9B132}"/>
              </a:ext>
            </a:extLst>
          </p:cNvPr>
          <p:cNvSpPr>
            <a:spLocks noGrp="1" noChangeArrowheads="1"/>
          </p:cNvSpPr>
          <p:nvPr>
            <p:ph type="dt" sz="half" idx="10"/>
          </p:nvPr>
        </p:nvSpPr>
        <p:spPr>
          <a:xfrm>
            <a:off x="990600" y="6248400"/>
            <a:ext cx="1905000" cy="457200"/>
          </a:xfrm>
        </p:spPr>
        <p:txBody>
          <a:bodyPr/>
          <a:lstStyle>
            <a:lvl1pPr>
              <a:defRPr>
                <a:solidFill>
                  <a:schemeClr val="bg2"/>
                </a:solidFill>
              </a:defRPr>
            </a:lvl1pPr>
          </a:lstStyle>
          <a:p>
            <a:pPr>
              <a:defRPr/>
            </a:pPr>
            <a:endParaRPr lang="en-US"/>
          </a:p>
        </p:txBody>
      </p:sp>
      <p:sp>
        <p:nvSpPr>
          <p:cNvPr id="14" name="Footer Placeholder 15">
            <a:extLst>
              <a:ext uri="{FF2B5EF4-FFF2-40B4-BE49-F238E27FC236}">
                <a16:creationId xmlns:a16="http://schemas.microsoft.com/office/drawing/2014/main" id="{ECBE94BF-49CC-A36E-AA69-68E1D83672D6}"/>
              </a:ext>
            </a:extLst>
          </p:cNvPr>
          <p:cNvSpPr>
            <a:spLocks noGrp="1" noChangeArrowheads="1"/>
          </p:cNvSpPr>
          <p:nvPr>
            <p:ph type="ftr" sz="quarter" idx="11"/>
          </p:nvPr>
        </p:nvSpPr>
        <p:spPr>
          <a:xfrm>
            <a:off x="3429000" y="6248400"/>
            <a:ext cx="2895600" cy="457200"/>
          </a:xfrm>
        </p:spPr>
        <p:txBody>
          <a:bodyPr/>
          <a:lstStyle>
            <a:lvl1pPr>
              <a:defRPr>
                <a:solidFill>
                  <a:schemeClr val="bg2"/>
                </a:solidFill>
              </a:defRPr>
            </a:lvl1pPr>
          </a:lstStyle>
          <a:p>
            <a:pPr>
              <a:defRPr/>
            </a:pPr>
            <a:endParaRPr lang="en-US"/>
          </a:p>
        </p:txBody>
      </p:sp>
    </p:spTree>
    <p:extLst>
      <p:ext uri="{BB962C8B-B14F-4D97-AF65-F5344CB8AC3E}">
        <p14:creationId xmlns:p14="http://schemas.microsoft.com/office/powerpoint/2010/main" val="2562186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1">
            <a:extLst>
              <a:ext uri="{FF2B5EF4-FFF2-40B4-BE49-F238E27FC236}">
                <a16:creationId xmlns:a16="http://schemas.microsoft.com/office/drawing/2014/main" id="{E2FBF1F4-BFFF-A3B3-1F2A-87802D682FF9}"/>
              </a:ext>
            </a:extLst>
          </p:cNvPr>
          <p:cNvSpPr>
            <a:spLocks noGrp="1" noChangeArrowheads="1"/>
          </p:cNvSpPr>
          <p:nvPr>
            <p:ph type="dt" sz="half" idx="10"/>
          </p:nvPr>
        </p:nvSpPr>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D4CAE9D0-28B5-ABC5-9AAF-66C831B9D2E9}"/>
              </a:ext>
            </a:extLst>
          </p:cNvPr>
          <p:cNvSpPr>
            <a:spLocks noGrp="1" noChangeArrowheads="1"/>
          </p:cNvSpPr>
          <p:nvPr>
            <p:ph type="ftr" sz="quarter" idx="11"/>
          </p:nvPr>
        </p:nvSpPr>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BF052FBC-CFBA-25ED-6E3F-5FE2E540B832}"/>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8C7FA066-CA49-4154-8229-AEE565484061}" type="slidenum">
              <a:rPr lang="en-US" altLang="en-US"/>
              <a:pPr>
                <a:defRPr/>
              </a:pPr>
              <a:t>‹#›</a:t>
            </a:fld>
            <a:endParaRPr lang="en-US" altLang="en-US"/>
          </a:p>
        </p:txBody>
      </p:sp>
    </p:spTree>
    <p:extLst>
      <p:ext uri="{BB962C8B-B14F-4D97-AF65-F5344CB8AC3E}">
        <p14:creationId xmlns:p14="http://schemas.microsoft.com/office/powerpoint/2010/main" val="40684729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1">
            <a:extLst>
              <a:ext uri="{FF2B5EF4-FFF2-40B4-BE49-F238E27FC236}">
                <a16:creationId xmlns:a16="http://schemas.microsoft.com/office/drawing/2014/main" id="{195B97E7-C65B-0657-F08B-2CE5FF0C725E}"/>
              </a:ext>
            </a:extLst>
          </p:cNvPr>
          <p:cNvSpPr>
            <a:spLocks noGrp="1" noChangeArrowheads="1"/>
          </p:cNvSpPr>
          <p:nvPr>
            <p:ph type="dt" sz="half" idx="10"/>
          </p:nvPr>
        </p:nvSpPr>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C5EF6BDE-FBD2-812C-4C6B-79D1F2311AC8}"/>
              </a:ext>
            </a:extLst>
          </p:cNvPr>
          <p:cNvSpPr>
            <a:spLocks noGrp="1" noChangeArrowheads="1"/>
          </p:cNvSpPr>
          <p:nvPr>
            <p:ph type="ftr" sz="quarter" idx="11"/>
          </p:nvPr>
        </p:nvSpPr>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D4228EBA-1B5D-D071-427A-674FE56ACC95}"/>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7FC81816-4314-4942-BF52-621C2956052E}" type="slidenum">
              <a:rPr lang="en-US" altLang="en-US"/>
              <a:pPr>
                <a:defRPr/>
              </a:pPr>
              <a:t>‹#›</a:t>
            </a:fld>
            <a:endParaRPr lang="en-US" altLang="en-US"/>
          </a:p>
        </p:txBody>
      </p:sp>
    </p:spTree>
    <p:extLst>
      <p:ext uri="{BB962C8B-B14F-4D97-AF65-F5344CB8AC3E}">
        <p14:creationId xmlns:p14="http://schemas.microsoft.com/office/powerpoint/2010/main" val="6584144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182688" y="1628775"/>
            <a:ext cx="3810000" cy="45037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145088" y="1628775"/>
            <a:ext cx="3810000" cy="45037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1">
            <a:extLst>
              <a:ext uri="{FF2B5EF4-FFF2-40B4-BE49-F238E27FC236}">
                <a16:creationId xmlns:a16="http://schemas.microsoft.com/office/drawing/2014/main" id="{FACD645D-12E7-88CB-87CF-6C7837A5F99C}"/>
              </a:ext>
            </a:extLst>
          </p:cNvPr>
          <p:cNvSpPr>
            <a:spLocks noGrp="1" noChangeArrowheads="1"/>
          </p:cNvSpPr>
          <p:nvPr>
            <p:ph type="dt" sz="half" idx="10"/>
          </p:nvPr>
        </p:nvSpPr>
        <p:spPr/>
        <p:txBody>
          <a:bodyPr/>
          <a:lstStyle>
            <a:lvl1pPr>
              <a:defRPr/>
            </a:lvl1pPr>
          </a:lstStyle>
          <a:p>
            <a:pPr>
              <a:defRPr/>
            </a:pPr>
            <a:endParaRPr lang="en-US"/>
          </a:p>
        </p:txBody>
      </p:sp>
      <p:sp>
        <p:nvSpPr>
          <p:cNvPr id="6" name="Rectangle 12">
            <a:extLst>
              <a:ext uri="{FF2B5EF4-FFF2-40B4-BE49-F238E27FC236}">
                <a16:creationId xmlns:a16="http://schemas.microsoft.com/office/drawing/2014/main" id="{2B5CE3A2-9405-7B89-7B1B-768B33B59AE2}"/>
              </a:ext>
            </a:extLst>
          </p:cNvPr>
          <p:cNvSpPr>
            <a:spLocks noGrp="1" noChangeArrowheads="1"/>
          </p:cNvSpPr>
          <p:nvPr>
            <p:ph type="ftr" sz="quarter" idx="11"/>
          </p:nvPr>
        </p:nvSpPr>
        <p:spPr/>
        <p:txBody>
          <a:bodyPr/>
          <a:lstStyle>
            <a:lvl1pPr>
              <a:defRPr/>
            </a:lvl1pPr>
          </a:lstStyle>
          <a:p>
            <a:pPr>
              <a:defRPr/>
            </a:pPr>
            <a:endParaRPr lang="en-US"/>
          </a:p>
        </p:txBody>
      </p:sp>
      <p:sp>
        <p:nvSpPr>
          <p:cNvPr id="7" name="Rectangle 13">
            <a:extLst>
              <a:ext uri="{FF2B5EF4-FFF2-40B4-BE49-F238E27FC236}">
                <a16:creationId xmlns:a16="http://schemas.microsoft.com/office/drawing/2014/main" id="{B468623B-024A-1FDE-EAF1-DD056BB7748F}"/>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4470E24D-D6C3-411D-A3D5-2E70EB9C69AD}" type="slidenum">
              <a:rPr lang="en-US" altLang="en-US"/>
              <a:pPr>
                <a:defRPr/>
              </a:pPr>
              <a:t>‹#›</a:t>
            </a:fld>
            <a:endParaRPr lang="en-US" altLang="en-US"/>
          </a:p>
        </p:txBody>
      </p:sp>
    </p:spTree>
    <p:extLst>
      <p:ext uri="{BB962C8B-B14F-4D97-AF65-F5344CB8AC3E}">
        <p14:creationId xmlns:p14="http://schemas.microsoft.com/office/powerpoint/2010/main" val="15592937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11">
            <a:extLst>
              <a:ext uri="{FF2B5EF4-FFF2-40B4-BE49-F238E27FC236}">
                <a16:creationId xmlns:a16="http://schemas.microsoft.com/office/drawing/2014/main" id="{28038F72-D80F-C0AE-35EC-EED3B3C48902}"/>
              </a:ext>
            </a:extLst>
          </p:cNvPr>
          <p:cNvSpPr>
            <a:spLocks noGrp="1" noChangeArrowheads="1"/>
          </p:cNvSpPr>
          <p:nvPr>
            <p:ph type="dt" sz="half" idx="10"/>
          </p:nvPr>
        </p:nvSpPr>
        <p:spPr/>
        <p:txBody>
          <a:bodyPr/>
          <a:lstStyle>
            <a:lvl1pPr>
              <a:defRPr/>
            </a:lvl1pPr>
          </a:lstStyle>
          <a:p>
            <a:pPr>
              <a:defRPr/>
            </a:pPr>
            <a:endParaRPr lang="en-US"/>
          </a:p>
        </p:txBody>
      </p:sp>
      <p:sp>
        <p:nvSpPr>
          <p:cNvPr id="8" name="Rectangle 12">
            <a:extLst>
              <a:ext uri="{FF2B5EF4-FFF2-40B4-BE49-F238E27FC236}">
                <a16:creationId xmlns:a16="http://schemas.microsoft.com/office/drawing/2014/main" id="{CE0DF27D-8CE0-50AB-5783-55C0262A2844}"/>
              </a:ext>
            </a:extLst>
          </p:cNvPr>
          <p:cNvSpPr>
            <a:spLocks noGrp="1" noChangeArrowheads="1"/>
          </p:cNvSpPr>
          <p:nvPr>
            <p:ph type="ftr" sz="quarter" idx="11"/>
          </p:nvPr>
        </p:nvSpPr>
        <p:spPr/>
        <p:txBody>
          <a:bodyPr/>
          <a:lstStyle>
            <a:lvl1pPr>
              <a:defRPr/>
            </a:lvl1pPr>
          </a:lstStyle>
          <a:p>
            <a:pPr>
              <a:defRPr/>
            </a:pPr>
            <a:endParaRPr lang="en-US"/>
          </a:p>
        </p:txBody>
      </p:sp>
      <p:sp>
        <p:nvSpPr>
          <p:cNvPr id="9" name="Rectangle 13">
            <a:extLst>
              <a:ext uri="{FF2B5EF4-FFF2-40B4-BE49-F238E27FC236}">
                <a16:creationId xmlns:a16="http://schemas.microsoft.com/office/drawing/2014/main" id="{2031FD85-94F1-3025-73B8-2DEA60C7A597}"/>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F56A4DB9-C831-460C-B5AC-600D0EDA1D81}" type="slidenum">
              <a:rPr lang="en-US" altLang="en-US"/>
              <a:pPr>
                <a:defRPr/>
              </a:pPr>
              <a:t>‹#›</a:t>
            </a:fld>
            <a:endParaRPr lang="en-US" altLang="en-US"/>
          </a:p>
        </p:txBody>
      </p:sp>
    </p:spTree>
    <p:extLst>
      <p:ext uri="{BB962C8B-B14F-4D97-AF65-F5344CB8AC3E}">
        <p14:creationId xmlns:p14="http://schemas.microsoft.com/office/powerpoint/2010/main" val="29840046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11">
            <a:extLst>
              <a:ext uri="{FF2B5EF4-FFF2-40B4-BE49-F238E27FC236}">
                <a16:creationId xmlns:a16="http://schemas.microsoft.com/office/drawing/2014/main" id="{DDAC0BDE-56E6-5888-5425-19CEAB1F98F2}"/>
              </a:ext>
            </a:extLst>
          </p:cNvPr>
          <p:cNvSpPr>
            <a:spLocks noGrp="1" noChangeArrowheads="1"/>
          </p:cNvSpPr>
          <p:nvPr>
            <p:ph type="dt" sz="half" idx="10"/>
          </p:nvPr>
        </p:nvSpPr>
        <p:spPr/>
        <p:txBody>
          <a:bodyPr/>
          <a:lstStyle>
            <a:lvl1pPr>
              <a:defRPr/>
            </a:lvl1pPr>
          </a:lstStyle>
          <a:p>
            <a:pPr>
              <a:defRPr/>
            </a:pPr>
            <a:endParaRPr lang="en-US"/>
          </a:p>
        </p:txBody>
      </p:sp>
      <p:sp>
        <p:nvSpPr>
          <p:cNvPr id="4" name="Rectangle 12">
            <a:extLst>
              <a:ext uri="{FF2B5EF4-FFF2-40B4-BE49-F238E27FC236}">
                <a16:creationId xmlns:a16="http://schemas.microsoft.com/office/drawing/2014/main" id="{6108F2EA-921C-BC5E-210D-0CEDDC33EF0B}"/>
              </a:ext>
            </a:extLst>
          </p:cNvPr>
          <p:cNvSpPr>
            <a:spLocks noGrp="1" noChangeArrowheads="1"/>
          </p:cNvSpPr>
          <p:nvPr>
            <p:ph type="ftr" sz="quarter" idx="11"/>
          </p:nvPr>
        </p:nvSpPr>
        <p:spPr/>
        <p:txBody>
          <a:bodyPr/>
          <a:lstStyle>
            <a:lvl1pPr>
              <a:defRPr/>
            </a:lvl1pPr>
          </a:lstStyle>
          <a:p>
            <a:pPr>
              <a:defRPr/>
            </a:pPr>
            <a:endParaRPr lang="en-US"/>
          </a:p>
        </p:txBody>
      </p:sp>
      <p:sp>
        <p:nvSpPr>
          <p:cNvPr id="5" name="Rectangle 13">
            <a:extLst>
              <a:ext uri="{FF2B5EF4-FFF2-40B4-BE49-F238E27FC236}">
                <a16:creationId xmlns:a16="http://schemas.microsoft.com/office/drawing/2014/main" id="{1938DC64-0E0B-9E40-2AEB-0FF810F56E66}"/>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A032A1E8-2368-4792-8E4C-0608C616614C}" type="slidenum">
              <a:rPr lang="en-US" altLang="en-US"/>
              <a:pPr>
                <a:defRPr/>
              </a:pPr>
              <a:t>‹#›</a:t>
            </a:fld>
            <a:endParaRPr lang="en-US" altLang="en-US"/>
          </a:p>
        </p:txBody>
      </p:sp>
    </p:spTree>
    <p:extLst>
      <p:ext uri="{BB962C8B-B14F-4D97-AF65-F5344CB8AC3E}">
        <p14:creationId xmlns:p14="http://schemas.microsoft.com/office/powerpoint/2010/main" val="23689906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1">
            <a:extLst>
              <a:ext uri="{FF2B5EF4-FFF2-40B4-BE49-F238E27FC236}">
                <a16:creationId xmlns:a16="http://schemas.microsoft.com/office/drawing/2014/main" id="{F3F14EE0-EBD6-D6DA-A9E5-EC13E32AC220}"/>
              </a:ext>
            </a:extLst>
          </p:cNvPr>
          <p:cNvSpPr>
            <a:spLocks noGrp="1" noChangeArrowheads="1"/>
          </p:cNvSpPr>
          <p:nvPr>
            <p:ph type="dt" sz="half" idx="10"/>
          </p:nvPr>
        </p:nvSpPr>
        <p:spPr/>
        <p:txBody>
          <a:bodyPr/>
          <a:lstStyle>
            <a:lvl1pPr>
              <a:defRPr/>
            </a:lvl1pPr>
          </a:lstStyle>
          <a:p>
            <a:pPr>
              <a:defRPr/>
            </a:pPr>
            <a:endParaRPr lang="en-US"/>
          </a:p>
        </p:txBody>
      </p:sp>
      <p:sp>
        <p:nvSpPr>
          <p:cNvPr id="3" name="Rectangle 12">
            <a:extLst>
              <a:ext uri="{FF2B5EF4-FFF2-40B4-BE49-F238E27FC236}">
                <a16:creationId xmlns:a16="http://schemas.microsoft.com/office/drawing/2014/main" id="{001C9496-8095-A124-5646-484544CF7CC1}"/>
              </a:ext>
            </a:extLst>
          </p:cNvPr>
          <p:cNvSpPr>
            <a:spLocks noGrp="1" noChangeArrowheads="1"/>
          </p:cNvSpPr>
          <p:nvPr>
            <p:ph type="ftr" sz="quarter" idx="11"/>
          </p:nvPr>
        </p:nvSpPr>
        <p:spPr/>
        <p:txBody>
          <a:bodyPr/>
          <a:lstStyle>
            <a:lvl1pPr>
              <a:defRPr/>
            </a:lvl1pPr>
          </a:lstStyle>
          <a:p>
            <a:pPr>
              <a:defRPr/>
            </a:pPr>
            <a:endParaRPr lang="en-US"/>
          </a:p>
        </p:txBody>
      </p:sp>
      <p:sp>
        <p:nvSpPr>
          <p:cNvPr id="4" name="Rectangle 13">
            <a:extLst>
              <a:ext uri="{FF2B5EF4-FFF2-40B4-BE49-F238E27FC236}">
                <a16:creationId xmlns:a16="http://schemas.microsoft.com/office/drawing/2014/main" id="{36BE1709-17D9-E6E3-5ABB-E4B30B153841}"/>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5729AF96-B952-46EC-BF3B-07E3BB25340A}" type="slidenum">
              <a:rPr lang="en-US" altLang="en-US"/>
              <a:pPr>
                <a:defRPr/>
              </a:pPr>
              <a:t>‹#›</a:t>
            </a:fld>
            <a:endParaRPr lang="en-US" altLang="en-US"/>
          </a:p>
        </p:txBody>
      </p:sp>
    </p:spTree>
    <p:extLst>
      <p:ext uri="{BB962C8B-B14F-4D97-AF65-F5344CB8AC3E}">
        <p14:creationId xmlns:p14="http://schemas.microsoft.com/office/powerpoint/2010/main" val="13857168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1">
            <a:extLst>
              <a:ext uri="{FF2B5EF4-FFF2-40B4-BE49-F238E27FC236}">
                <a16:creationId xmlns:a16="http://schemas.microsoft.com/office/drawing/2014/main" id="{A05AB5C6-BD50-A6BF-B5FE-22C8E407ADCD}"/>
              </a:ext>
            </a:extLst>
          </p:cNvPr>
          <p:cNvSpPr>
            <a:spLocks noGrp="1" noChangeArrowheads="1"/>
          </p:cNvSpPr>
          <p:nvPr>
            <p:ph type="dt" sz="half" idx="10"/>
          </p:nvPr>
        </p:nvSpPr>
        <p:spPr/>
        <p:txBody>
          <a:bodyPr/>
          <a:lstStyle>
            <a:lvl1pPr>
              <a:defRPr/>
            </a:lvl1pPr>
          </a:lstStyle>
          <a:p>
            <a:pPr>
              <a:defRPr/>
            </a:pPr>
            <a:endParaRPr lang="en-US"/>
          </a:p>
        </p:txBody>
      </p:sp>
      <p:sp>
        <p:nvSpPr>
          <p:cNvPr id="6" name="Rectangle 12">
            <a:extLst>
              <a:ext uri="{FF2B5EF4-FFF2-40B4-BE49-F238E27FC236}">
                <a16:creationId xmlns:a16="http://schemas.microsoft.com/office/drawing/2014/main" id="{5A7603A1-5900-D00D-4D8B-08F208B8C012}"/>
              </a:ext>
            </a:extLst>
          </p:cNvPr>
          <p:cNvSpPr>
            <a:spLocks noGrp="1" noChangeArrowheads="1"/>
          </p:cNvSpPr>
          <p:nvPr>
            <p:ph type="ftr" sz="quarter" idx="11"/>
          </p:nvPr>
        </p:nvSpPr>
        <p:spPr/>
        <p:txBody>
          <a:bodyPr/>
          <a:lstStyle>
            <a:lvl1pPr>
              <a:defRPr/>
            </a:lvl1pPr>
          </a:lstStyle>
          <a:p>
            <a:pPr>
              <a:defRPr/>
            </a:pPr>
            <a:endParaRPr lang="en-US"/>
          </a:p>
        </p:txBody>
      </p:sp>
      <p:sp>
        <p:nvSpPr>
          <p:cNvPr id="7" name="Rectangle 13">
            <a:extLst>
              <a:ext uri="{FF2B5EF4-FFF2-40B4-BE49-F238E27FC236}">
                <a16:creationId xmlns:a16="http://schemas.microsoft.com/office/drawing/2014/main" id="{44C9998E-4D02-1C08-708F-DECA68A7A85A}"/>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C0C78E55-6717-4E6B-9F78-CE359F379F1E}" type="slidenum">
              <a:rPr lang="en-US" altLang="en-US"/>
              <a:pPr>
                <a:defRPr/>
              </a:pPr>
              <a:t>‹#›</a:t>
            </a:fld>
            <a:endParaRPr lang="en-US" altLang="en-US"/>
          </a:p>
        </p:txBody>
      </p:sp>
    </p:spTree>
    <p:extLst>
      <p:ext uri="{BB962C8B-B14F-4D97-AF65-F5344CB8AC3E}">
        <p14:creationId xmlns:p14="http://schemas.microsoft.com/office/powerpoint/2010/main" val="20859299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1">
            <a:extLst>
              <a:ext uri="{FF2B5EF4-FFF2-40B4-BE49-F238E27FC236}">
                <a16:creationId xmlns:a16="http://schemas.microsoft.com/office/drawing/2014/main" id="{363948DC-6D8B-6569-DA51-FDF05F577159}"/>
              </a:ext>
            </a:extLst>
          </p:cNvPr>
          <p:cNvSpPr>
            <a:spLocks noGrp="1" noChangeArrowheads="1"/>
          </p:cNvSpPr>
          <p:nvPr>
            <p:ph type="dt" sz="half" idx="10"/>
          </p:nvPr>
        </p:nvSpPr>
        <p:spPr/>
        <p:txBody>
          <a:bodyPr/>
          <a:lstStyle>
            <a:lvl1pPr>
              <a:defRPr/>
            </a:lvl1pPr>
          </a:lstStyle>
          <a:p>
            <a:pPr>
              <a:defRPr/>
            </a:pPr>
            <a:endParaRPr lang="en-US"/>
          </a:p>
        </p:txBody>
      </p:sp>
      <p:sp>
        <p:nvSpPr>
          <p:cNvPr id="6" name="Rectangle 12">
            <a:extLst>
              <a:ext uri="{FF2B5EF4-FFF2-40B4-BE49-F238E27FC236}">
                <a16:creationId xmlns:a16="http://schemas.microsoft.com/office/drawing/2014/main" id="{027E2FDE-24F3-07D0-AEFF-4CB105FDFAA7}"/>
              </a:ext>
            </a:extLst>
          </p:cNvPr>
          <p:cNvSpPr>
            <a:spLocks noGrp="1" noChangeArrowheads="1"/>
          </p:cNvSpPr>
          <p:nvPr>
            <p:ph type="ftr" sz="quarter" idx="11"/>
          </p:nvPr>
        </p:nvSpPr>
        <p:spPr/>
        <p:txBody>
          <a:bodyPr/>
          <a:lstStyle>
            <a:lvl1pPr>
              <a:defRPr/>
            </a:lvl1pPr>
          </a:lstStyle>
          <a:p>
            <a:pPr>
              <a:defRPr/>
            </a:pPr>
            <a:endParaRPr lang="en-US"/>
          </a:p>
        </p:txBody>
      </p:sp>
      <p:sp>
        <p:nvSpPr>
          <p:cNvPr id="7" name="Rectangle 13">
            <a:extLst>
              <a:ext uri="{FF2B5EF4-FFF2-40B4-BE49-F238E27FC236}">
                <a16:creationId xmlns:a16="http://schemas.microsoft.com/office/drawing/2014/main" id="{98985341-E5D8-3F30-BFAE-8830A58E0E86}"/>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6A8F0B2A-B223-426C-816D-62612E31A5A9}" type="slidenum">
              <a:rPr lang="en-US" altLang="en-US"/>
              <a:pPr>
                <a:defRPr/>
              </a:pPr>
              <a:t>‹#›</a:t>
            </a:fld>
            <a:endParaRPr lang="en-US" altLang="en-US"/>
          </a:p>
        </p:txBody>
      </p:sp>
    </p:spTree>
    <p:extLst>
      <p:ext uri="{BB962C8B-B14F-4D97-AF65-F5344CB8AC3E}">
        <p14:creationId xmlns:p14="http://schemas.microsoft.com/office/powerpoint/2010/main" val="1083655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1">
            <a:extLst>
              <a:ext uri="{FF2B5EF4-FFF2-40B4-BE49-F238E27FC236}">
                <a16:creationId xmlns:a16="http://schemas.microsoft.com/office/drawing/2014/main" id="{589353A6-EA69-6442-57C0-88AA9F8813B0}"/>
              </a:ext>
            </a:extLst>
          </p:cNvPr>
          <p:cNvSpPr>
            <a:spLocks noGrp="1" noChangeArrowheads="1"/>
          </p:cNvSpPr>
          <p:nvPr>
            <p:ph type="dt" sz="half" idx="10"/>
          </p:nvPr>
        </p:nvSpPr>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63C72383-4845-DC68-9243-081EF763980B}"/>
              </a:ext>
            </a:extLst>
          </p:cNvPr>
          <p:cNvSpPr>
            <a:spLocks noGrp="1" noChangeArrowheads="1"/>
          </p:cNvSpPr>
          <p:nvPr>
            <p:ph type="ftr" sz="quarter" idx="11"/>
          </p:nvPr>
        </p:nvSpPr>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2D30F085-A0EC-C47B-DA3C-BFEA34395922}"/>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9C239488-D800-4312-B8E5-3AF7F2140D42}" type="slidenum">
              <a:rPr lang="en-US" altLang="en-US"/>
              <a:pPr>
                <a:defRPr/>
              </a:pPr>
              <a:t>‹#›</a:t>
            </a:fld>
            <a:endParaRPr lang="en-US" altLang="en-US"/>
          </a:p>
        </p:txBody>
      </p:sp>
    </p:spTree>
    <p:extLst>
      <p:ext uri="{BB962C8B-B14F-4D97-AF65-F5344CB8AC3E}">
        <p14:creationId xmlns:p14="http://schemas.microsoft.com/office/powerpoint/2010/main" val="40038705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996113" y="404813"/>
            <a:ext cx="1958975" cy="57277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116013" y="404813"/>
            <a:ext cx="5727700" cy="57277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1">
            <a:extLst>
              <a:ext uri="{FF2B5EF4-FFF2-40B4-BE49-F238E27FC236}">
                <a16:creationId xmlns:a16="http://schemas.microsoft.com/office/drawing/2014/main" id="{964B57A7-5304-4B74-E062-42790573BB34}"/>
              </a:ext>
            </a:extLst>
          </p:cNvPr>
          <p:cNvSpPr>
            <a:spLocks noGrp="1" noChangeArrowheads="1"/>
          </p:cNvSpPr>
          <p:nvPr>
            <p:ph type="dt" sz="half" idx="10"/>
          </p:nvPr>
        </p:nvSpPr>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7EE7DAE4-5415-A8BB-9266-22D89E2C2F0D}"/>
              </a:ext>
            </a:extLst>
          </p:cNvPr>
          <p:cNvSpPr>
            <a:spLocks noGrp="1" noChangeArrowheads="1"/>
          </p:cNvSpPr>
          <p:nvPr>
            <p:ph type="ftr" sz="quarter" idx="11"/>
          </p:nvPr>
        </p:nvSpPr>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639206F7-B389-1394-207F-70B202F0541F}"/>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CB506300-EC2B-4410-BAC1-029937E7BA4C}" type="slidenum">
              <a:rPr lang="en-US" altLang="en-US"/>
              <a:pPr>
                <a:defRPr/>
              </a:pPr>
              <a:t>‹#›</a:t>
            </a:fld>
            <a:endParaRPr lang="en-US" altLang="en-US"/>
          </a:p>
        </p:txBody>
      </p:sp>
    </p:spTree>
    <p:extLst>
      <p:ext uri="{BB962C8B-B14F-4D97-AF65-F5344CB8AC3E}">
        <p14:creationId xmlns:p14="http://schemas.microsoft.com/office/powerpoint/2010/main" val="3182694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D58BE732-F038-221C-983A-85EDF89C4458}"/>
              </a:ext>
            </a:extLst>
          </p:cNvPr>
          <p:cNvGrpSpPr>
            <a:grpSpLocks/>
          </p:cNvGrpSpPr>
          <p:nvPr/>
        </p:nvGrpSpPr>
        <p:grpSpPr bwMode="auto">
          <a:xfrm>
            <a:off x="0" y="2438400"/>
            <a:ext cx="9009063" cy="1052513"/>
            <a:chOff x="0" y="1536"/>
            <a:chExt cx="5675" cy="663"/>
          </a:xfrm>
        </p:grpSpPr>
        <p:grpSp>
          <p:nvGrpSpPr>
            <p:cNvPr id="3" name="Group 3">
              <a:extLst>
                <a:ext uri="{FF2B5EF4-FFF2-40B4-BE49-F238E27FC236}">
                  <a16:creationId xmlns:a16="http://schemas.microsoft.com/office/drawing/2014/main" id="{A212D868-F7C7-433D-CEC8-BF70F92640DA}"/>
                </a:ext>
              </a:extLst>
            </p:cNvPr>
            <p:cNvGrpSpPr>
              <a:grpSpLocks/>
            </p:cNvGrpSpPr>
            <p:nvPr/>
          </p:nvGrpSpPr>
          <p:grpSpPr bwMode="auto">
            <a:xfrm>
              <a:off x="183" y="1604"/>
              <a:ext cx="448" cy="299"/>
              <a:chOff x="720" y="336"/>
              <a:chExt cx="624" cy="432"/>
            </a:xfrm>
          </p:grpSpPr>
          <p:sp>
            <p:nvSpPr>
              <p:cNvPr id="10" name="Rectangle 4">
                <a:extLst>
                  <a:ext uri="{FF2B5EF4-FFF2-40B4-BE49-F238E27FC236}">
                    <a16:creationId xmlns:a16="http://schemas.microsoft.com/office/drawing/2014/main" id="{3FF7FE1B-A3AC-CC37-9DA6-8FEFD1060921}"/>
                  </a:ext>
                </a:extLst>
              </p:cNvPr>
              <p:cNvSpPr>
                <a:spLocks noChangeArrowheads="1"/>
              </p:cNvSpPr>
              <p:nvPr/>
            </p:nvSpPr>
            <p:spPr bwMode="auto">
              <a:xfrm>
                <a:off x="720" y="336"/>
                <a:ext cx="384" cy="432"/>
              </a:xfrm>
              <a:prstGeom prst="rect">
                <a:avLst/>
              </a:prstGeom>
              <a:solidFill>
                <a:schemeClr val="folHlink"/>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solidFill>
                    <a:srgbClr val="000000"/>
                  </a:solidFill>
                </a:endParaRPr>
              </a:p>
            </p:txBody>
          </p:sp>
          <p:sp>
            <p:nvSpPr>
              <p:cNvPr id="11" name="Rectangle 5">
                <a:extLst>
                  <a:ext uri="{FF2B5EF4-FFF2-40B4-BE49-F238E27FC236}">
                    <a16:creationId xmlns:a16="http://schemas.microsoft.com/office/drawing/2014/main" id="{048631EF-4B04-3AC7-9DEA-E9A9D9196A40}"/>
                  </a:ext>
                </a:extLst>
              </p:cNvPr>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solidFill>
                    <a:srgbClr val="000000"/>
                  </a:solidFill>
                </a:endParaRPr>
              </a:p>
            </p:txBody>
          </p:sp>
        </p:grpSp>
        <p:grpSp>
          <p:nvGrpSpPr>
            <p:cNvPr id="4" name="Group 6">
              <a:extLst>
                <a:ext uri="{FF2B5EF4-FFF2-40B4-BE49-F238E27FC236}">
                  <a16:creationId xmlns:a16="http://schemas.microsoft.com/office/drawing/2014/main" id="{00AA0BA8-3CE6-8861-96EB-BC4665E4CA82}"/>
                </a:ext>
              </a:extLst>
            </p:cNvPr>
            <p:cNvGrpSpPr>
              <a:grpSpLocks/>
            </p:cNvGrpSpPr>
            <p:nvPr/>
          </p:nvGrpSpPr>
          <p:grpSpPr bwMode="auto">
            <a:xfrm>
              <a:off x="261" y="1870"/>
              <a:ext cx="465" cy="299"/>
              <a:chOff x="912" y="2640"/>
              <a:chExt cx="672" cy="432"/>
            </a:xfrm>
          </p:grpSpPr>
          <p:sp>
            <p:nvSpPr>
              <p:cNvPr id="8" name="Rectangle 7">
                <a:extLst>
                  <a:ext uri="{FF2B5EF4-FFF2-40B4-BE49-F238E27FC236}">
                    <a16:creationId xmlns:a16="http://schemas.microsoft.com/office/drawing/2014/main" id="{746C408B-8C65-C11C-F154-EA06B87D0AFD}"/>
                  </a:ext>
                </a:extLst>
              </p:cNvPr>
              <p:cNvSpPr>
                <a:spLocks noChangeArrowheads="1"/>
              </p:cNvSpPr>
              <p:nvPr/>
            </p:nvSpPr>
            <p:spPr bwMode="auto">
              <a:xfrm>
                <a:off x="912" y="2640"/>
                <a:ext cx="384" cy="432"/>
              </a:xfrm>
              <a:prstGeom prst="rect">
                <a:avLst/>
              </a:prstGeom>
              <a:solidFill>
                <a:schemeClr val="accent2"/>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solidFill>
                    <a:srgbClr val="000000"/>
                  </a:solidFill>
                </a:endParaRPr>
              </a:p>
            </p:txBody>
          </p:sp>
          <p:sp>
            <p:nvSpPr>
              <p:cNvPr id="9" name="Rectangle 8">
                <a:extLst>
                  <a:ext uri="{FF2B5EF4-FFF2-40B4-BE49-F238E27FC236}">
                    <a16:creationId xmlns:a16="http://schemas.microsoft.com/office/drawing/2014/main" id="{A3EC4121-1BDD-A77C-2AF6-CFC21BF1D794}"/>
                  </a:ext>
                </a:extLst>
              </p:cNvPr>
              <p:cNvSpPr>
                <a:spLocks noChangeArrowheads="1"/>
              </p:cNvSpPr>
              <p:nvPr/>
            </p:nvSpPr>
            <p:spPr bwMode="auto">
              <a:xfrm>
                <a:off x="1249" y="2640"/>
                <a:ext cx="335" cy="432"/>
              </a:xfrm>
              <a:prstGeom prst="rect">
                <a:avLst/>
              </a:prstGeom>
              <a:gradFill rotWithShape="0">
                <a:gsLst>
                  <a:gs pos="0">
                    <a:schemeClr val="accent2"/>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solidFill>
                    <a:srgbClr val="000000"/>
                  </a:solidFill>
                </a:endParaRPr>
              </a:p>
            </p:txBody>
          </p:sp>
        </p:grpSp>
        <p:sp>
          <p:nvSpPr>
            <p:cNvPr id="5" name="Rectangle 9">
              <a:extLst>
                <a:ext uri="{FF2B5EF4-FFF2-40B4-BE49-F238E27FC236}">
                  <a16:creationId xmlns:a16="http://schemas.microsoft.com/office/drawing/2014/main" id="{7004D551-9CD0-3404-6B1D-0EE5258A727C}"/>
                </a:ext>
              </a:extLst>
            </p:cNvPr>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solidFill>
                  <a:srgbClr val="000000"/>
                </a:solidFill>
              </a:endParaRPr>
            </a:p>
          </p:txBody>
        </p:sp>
        <p:sp>
          <p:nvSpPr>
            <p:cNvPr id="6" name="Rectangle 10">
              <a:extLst>
                <a:ext uri="{FF2B5EF4-FFF2-40B4-BE49-F238E27FC236}">
                  <a16:creationId xmlns:a16="http://schemas.microsoft.com/office/drawing/2014/main" id="{75CBDE54-9BAF-9128-48E8-350C0154B1BD}"/>
                </a:ext>
              </a:extLst>
            </p:cNvPr>
            <p:cNvSpPr>
              <a:spLocks noChangeArrowheads="1"/>
            </p:cNvSpPr>
            <p:nvPr/>
          </p:nvSpPr>
          <p:spPr bwMode="auto">
            <a:xfrm>
              <a:off x="400" y="1536"/>
              <a:ext cx="20" cy="663"/>
            </a:xfrm>
            <a:prstGeom prst="rect">
              <a:avLst/>
            </a:prstGeom>
            <a:solidFill>
              <a:schemeClr val="bg2"/>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solidFill>
                  <a:srgbClr val="000000"/>
                </a:solidFill>
              </a:endParaRPr>
            </a:p>
          </p:txBody>
        </p:sp>
        <p:sp>
          <p:nvSpPr>
            <p:cNvPr id="7" name="Rectangle 11">
              <a:extLst>
                <a:ext uri="{FF2B5EF4-FFF2-40B4-BE49-F238E27FC236}">
                  <a16:creationId xmlns:a16="http://schemas.microsoft.com/office/drawing/2014/main" id="{A89C34F5-B039-A826-E05B-929D398CE957}"/>
                </a:ext>
              </a:extLst>
            </p:cNvPr>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solidFill>
                  <a:srgbClr val="000000"/>
                </a:solidFill>
              </a:endParaRPr>
            </a:p>
          </p:txBody>
        </p:sp>
      </p:grpSp>
      <p:sp>
        <p:nvSpPr>
          <p:cNvPr id="25612" name="Rectangle 12"/>
          <p:cNvSpPr>
            <a:spLocks noGrp="1" noChangeArrowheads="1"/>
          </p:cNvSpPr>
          <p:nvPr>
            <p:ph type="ctrTitle"/>
          </p:nvPr>
        </p:nvSpPr>
        <p:spPr>
          <a:xfrm>
            <a:off x="990600" y="1828800"/>
            <a:ext cx="7772400" cy="1143000"/>
          </a:xfrm>
        </p:spPr>
        <p:txBody>
          <a:bodyPr/>
          <a:lstStyle>
            <a:lvl1pPr>
              <a:defRPr/>
            </a:lvl1pPr>
          </a:lstStyle>
          <a:p>
            <a:pPr lvl="0"/>
            <a:r>
              <a:rPr lang="en-US" noProof="0"/>
              <a:t>Click to edit Master title style</a:t>
            </a:r>
          </a:p>
        </p:txBody>
      </p:sp>
      <p:sp>
        <p:nvSpPr>
          <p:cNvPr id="25613" name="Rectangle 13"/>
          <p:cNvSpPr>
            <a:spLocks noGrp="1" noChangeArrowheads="1"/>
          </p:cNvSpPr>
          <p:nvPr>
            <p:ph type="subTitle" idx="1"/>
          </p:nvPr>
        </p:nvSpPr>
        <p:spPr>
          <a:xfrm>
            <a:off x="1371600" y="3886200"/>
            <a:ext cx="6400800" cy="1752600"/>
          </a:xfrm>
        </p:spPr>
        <p:txBody>
          <a:bodyPr/>
          <a:lstStyle>
            <a:lvl1pPr marL="0" indent="0" algn="ctr">
              <a:buFont typeface="Wingdings" pitchFamily="2" charset="2"/>
              <a:buNone/>
              <a:defRPr/>
            </a:lvl1pPr>
          </a:lstStyle>
          <a:p>
            <a:pPr lvl="0"/>
            <a:r>
              <a:rPr lang="en-US" noProof="0"/>
              <a:t>Click to edit Master subtitle style</a:t>
            </a:r>
          </a:p>
        </p:txBody>
      </p:sp>
      <p:sp>
        <p:nvSpPr>
          <p:cNvPr id="12" name="Rectangle 14">
            <a:extLst>
              <a:ext uri="{FF2B5EF4-FFF2-40B4-BE49-F238E27FC236}">
                <a16:creationId xmlns:a16="http://schemas.microsoft.com/office/drawing/2014/main" id="{23DF1A86-7E14-A3D0-EE1F-1D860A85C694}"/>
              </a:ext>
            </a:extLst>
          </p:cNvPr>
          <p:cNvSpPr>
            <a:spLocks noGrp="1" noChangeArrowheads="1"/>
          </p:cNvSpPr>
          <p:nvPr>
            <p:ph type="dt" sz="half" idx="10"/>
          </p:nvPr>
        </p:nvSpPr>
        <p:spPr>
          <a:xfrm>
            <a:off x="990600" y="6248400"/>
            <a:ext cx="1905000" cy="457200"/>
          </a:xfrm>
        </p:spPr>
        <p:txBody>
          <a:bodyPr/>
          <a:lstStyle>
            <a:lvl1pPr>
              <a:defRPr>
                <a:solidFill>
                  <a:srgbClr val="1C1C1C"/>
                </a:solidFill>
              </a:defRPr>
            </a:lvl1pPr>
          </a:lstStyle>
          <a:p>
            <a:pPr>
              <a:defRPr/>
            </a:pPr>
            <a:endParaRPr lang="en-US"/>
          </a:p>
        </p:txBody>
      </p:sp>
      <p:sp>
        <p:nvSpPr>
          <p:cNvPr id="13" name="Rectangle 15">
            <a:extLst>
              <a:ext uri="{FF2B5EF4-FFF2-40B4-BE49-F238E27FC236}">
                <a16:creationId xmlns:a16="http://schemas.microsoft.com/office/drawing/2014/main" id="{F6B49424-7492-3521-6B6C-71AC3935C9F2}"/>
              </a:ext>
            </a:extLst>
          </p:cNvPr>
          <p:cNvSpPr>
            <a:spLocks noGrp="1" noChangeArrowheads="1"/>
          </p:cNvSpPr>
          <p:nvPr>
            <p:ph type="ftr" sz="quarter" idx="11"/>
          </p:nvPr>
        </p:nvSpPr>
        <p:spPr>
          <a:xfrm>
            <a:off x="3429000" y="6248400"/>
            <a:ext cx="2895600" cy="457200"/>
          </a:xfrm>
        </p:spPr>
        <p:txBody>
          <a:bodyPr/>
          <a:lstStyle>
            <a:lvl1pPr>
              <a:defRPr>
                <a:solidFill>
                  <a:srgbClr val="1C1C1C"/>
                </a:solidFill>
              </a:defRPr>
            </a:lvl1pPr>
          </a:lstStyle>
          <a:p>
            <a:pPr>
              <a:defRPr/>
            </a:pPr>
            <a:endParaRPr lang="en-US"/>
          </a:p>
        </p:txBody>
      </p:sp>
      <p:sp>
        <p:nvSpPr>
          <p:cNvPr id="14" name="Rectangle 16">
            <a:extLst>
              <a:ext uri="{FF2B5EF4-FFF2-40B4-BE49-F238E27FC236}">
                <a16:creationId xmlns:a16="http://schemas.microsoft.com/office/drawing/2014/main" id="{202321B8-1831-0921-413C-4B8F441F1380}"/>
              </a:ext>
            </a:extLst>
          </p:cNvPr>
          <p:cNvSpPr>
            <a:spLocks noGrp="1" noChangeArrowheads="1"/>
          </p:cNvSpPr>
          <p:nvPr>
            <p:ph type="sldNum" sz="quarter" idx="12"/>
          </p:nvPr>
        </p:nvSpPr>
        <p:spPr>
          <a:xfrm>
            <a:off x="6858000" y="6248400"/>
            <a:ext cx="1905000" cy="457200"/>
          </a:xfrm>
        </p:spPr>
        <p:txBody>
          <a:bodyPr/>
          <a:lstStyle>
            <a:lvl1pPr>
              <a:defRPr>
                <a:solidFill>
                  <a:srgbClr val="1C1C1C"/>
                </a:solidFill>
              </a:defRPr>
            </a:lvl1pPr>
          </a:lstStyle>
          <a:p>
            <a:pPr>
              <a:defRPr/>
            </a:pPr>
            <a:fld id="{5327ECCC-955A-4CC1-B570-8D3B1F26AC5A}" type="slidenum">
              <a:rPr lang="en-US" altLang="en-US"/>
              <a:pPr>
                <a:defRPr/>
              </a:pPr>
              <a:t>‹#›</a:t>
            </a:fld>
            <a:endParaRPr lang="en-US" altLang="en-US"/>
          </a:p>
        </p:txBody>
      </p:sp>
    </p:spTree>
    <p:extLst>
      <p:ext uri="{BB962C8B-B14F-4D97-AF65-F5344CB8AC3E}">
        <p14:creationId xmlns:p14="http://schemas.microsoft.com/office/powerpoint/2010/main" val="234244901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11">
            <a:extLst>
              <a:ext uri="{FF2B5EF4-FFF2-40B4-BE49-F238E27FC236}">
                <a16:creationId xmlns:a16="http://schemas.microsoft.com/office/drawing/2014/main" id="{E2EBB6AC-FA83-9165-EB13-97F68678532C}"/>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F96AD3C7-BB8A-E8C6-6A4A-2BAECCE8018E}"/>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05E43890-5611-4E4D-27B3-507F3FB773F8}"/>
              </a:ext>
            </a:extLst>
          </p:cNvPr>
          <p:cNvSpPr>
            <a:spLocks noGrp="1" noChangeArrowheads="1"/>
          </p:cNvSpPr>
          <p:nvPr>
            <p:ph type="sldNum" sz="quarter" idx="12"/>
          </p:nvPr>
        </p:nvSpPr>
        <p:spPr>
          <a:ln/>
        </p:spPr>
        <p:txBody>
          <a:bodyPr/>
          <a:lstStyle>
            <a:lvl1pPr>
              <a:defRPr/>
            </a:lvl1pPr>
          </a:lstStyle>
          <a:p>
            <a:pPr>
              <a:defRPr/>
            </a:pPr>
            <a:fld id="{FF767D69-45F3-4FD5-A3C3-B99BBBA31BBD}" type="slidenum">
              <a:rPr lang="en-US" altLang="en-US"/>
              <a:pPr>
                <a:defRPr/>
              </a:pPr>
              <a:t>‹#›</a:t>
            </a:fld>
            <a:endParaRPr lang="en-US" altLang="en-US"/>
          </a:p>
        </p:txBody>
      </p:sp>
    </p:spTree>
    <p:extLst>
      <p:ext uri="{BB962C8B-B14F-4D97-AF65-F5344CB8AC3E}">
        <p14:creationId xmlns:p14="http://schemas.microsoft.com/office/powerpoint/2010/main" val="357874271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1">
            <a:extLst>
              <a:ext uri="{FF2B5EF4-FFF2-40B4-BE49-F238E27FC236}">
                <a16:creationId xmlns:a16="http://schemas.microsoft.com/office/drawing/2014/main" id="{E3551835-1EB1-BE40-E14F-0DB9C8B0103D}"/>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77FFF9D5-FCE7-7433-15F7-F01060F97B76}"/>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2ABEA767-ED31-8429-9361-BD51593BF268}"/>
              </a:ext>
            </a:extLst>
          </p:cNvPr>
          <p:cNvSpPr>
            <a:spLocks noGrp="1" noChangeArrowheads="1"/>
          </p:cNvSpPr>
          <p:nvPr>
            <p:ph type="sldNum" sz="quarter" idx="12"/>
          </p:nvPr>
        </p:nvSpPr>
        <p:spPr>
          <a:ln/>
        </p:spPr>
        <p:txBody>
          <a:bodyPr/>
          <a:lstStyle>
            <a:lvl1pPr>
              <a:defRPr/>
            </a:lvl1pPr>
          </a:lstStyle>
          <a:p>
            <a:pPr>
              <a:defRPr/>
            </a:pPr>
            <a:fld id="{29BC801C-8383-4F07-ACD9-5073A90B612C}" type="slidenum">
              <a:rPr lang="en-US" altLang="en-US"/>
              <a:pPr>
                <a:defRPr/>
              </a:pPr>
              <a:t>‹#›</a:t>
            </a:fld>
            <a:endParaRPr lang="en-US" altLang="en-US"/>
          </a:p>
        </p:txBody>
      </p:sp>
    </p:spTree>
    <p:extLst>
      <p:ext uri="{BB962C8B-B14F-4D97-AF65-F5344CB8AC3E}">
        <p14:creationId xmlns:p14="http://schemas.microsoft.com/office/powerpoint/2010/main" val="42711621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1182688" y="1628775"/>
            <a:ext cx="3810000" cy="45037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5145088" y="1628775"/>
            <a:ext cx="3810000" cy="45037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11">
            <a:extLst>
              <a:ext uri="{FF2B5EF4-FFF2-40B4-BE49-F238E27FC236}">
                <a16:creationId xmlns:a16="http://schemas.microsoft.com/office/drawing/2014/main" id="{D26AACF1-B63A-3DFC-1F61-3039DA6B10A5}"/>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12">
            <a:extLst>
              <a:ext uri="{FF2B5EF4-FFF2-40B4-BE49-F238E27FC236}">
                <a16:creationId xmlns:a16="http://schemas.microsoft.com/office/drawing/2014/main" id="{D3826BBD-55C8-1989-390F-9D8BB3B20A68}"/>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13">
            <a:extLst>
              <a:ext uri="{FF2B5EF4-FFF2-40B4-BE49-F238E27FC236}">
                <a16:creationId xmlns:a16="http://schemas.microsoft.com/office/drawing/2014/main" id="{E08D2122-4961-52C1-A0A1-25B856B95E61}"/>
              </a:ext>
            </a:extLst>
          </p:cNvPr>
          <p:cNvSpPr>
            <a:spLocks noGrp="1" noChangeArrowheads="1"/>
          </p:cNvSpPr>
          <p:nvPr>
            <p:ph type="sldNum" sz="quarter" idx="12"/>
          </p:nvPr>
        </p:nvSpPr>
        <p:spPr>
          <a:ln/>
        </p:spPr>
        <p:txBody>
          <a:bodyPr/>
          <a:lstStyle>
            <a:lvl1pPr>
              <a:defRPr/>
            </a:lvl1pPr>
          </a:lstStyle>
          <a:p>
            <a:pPr>
              <a:defRPr/>
            </a:pPr>
            <a:fld id="{B7CFB11A-E562-49AA-80DC-C2571ABBF94D}" type="slidenum">
              <a:rPr lang="en-US" altLang="en-US"/>
              <a:pPr>
                <a:defRPr/>
              </a:pPr>
              <a:t>‹#›</a:t>
            </a:fld>
            <a:endParaRPr lang="en-US" altLang="en-US"/>
          </a:p>
        </p:txBody>
      </p:sp>
    </p:spTree>
    <p:extLst>
      <p:ext uri="{BB962C8B-B14F-4D97-AF65-F5344CB8AC3E}">
        <p14:creationId xmlns:p14="http://schemas.microsoft.com/office/powerpoint/2010/main" val="181140055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Rectangle 11">
            <a:extLst>
              <a:ext uri="{FF2B5EF4-FFF2-40B4-BE49-F238E27FC236}">
                <a16:creationId xmlns:a16="http://schemas.microsoft.com/office/drawing/2014/main" id="{956C2847-55F0-DD56-5C8E-1231F2C15536}"/>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12">
            <a:extLst>
              <a:ext uri="{FF2B5EF4-FFF2-40B4-BE49-F238E27FC236}">
                <a16:creationId xmlns:a16="http://schemas.microsoft.com/office/drawing/2014/main" id="{787D3154-3BC8-E8E2-AAD4-C364E9E84256}"/>
              </a:ext>
            </a:extLst>
          </p:cNvPr>
          <p:cNvSpPr>
            <a:spLocks noGrp="1" noChangeArrowheads="1"/>
          </p:cNvSpPr>
          <p:nvPr>
            <p:ph type="ftr" sz="quarter" idx="11"/>
          </p:nvPr>
        </p:nvSpPr>
        <p:spPr>
          <a:ln/>
        </p:spPr>
        <p:txBody>
          <a:bodyPr/>
          <a:lstStyle>
            <a:lvl1pPr>
              <a:defRPr/>
            </a:lvl1pPr>
          </a:lstStyle>
          <a:p>
            <a:pPr>
              <a:defRPr/>
            </a:pPr>
            <a:endParaRPr lang="en-US"/>
          </a:p>
        </p:txBody>
      </p:sp>
      <p:sp>
        <p:nvSpPr>
          <p:cNvPr id="9" name="Rectangle 13">
            <a:extLst>
              <a:ext uri="{FF2B5EF4-FFF2-40B4-BE49-F238E27FC236}">
                <a16:creationId xmlns:a16="http://schemas.microsoft.com/office/drawing/2014/main" id="{F0C017E7-C01B-0610-C669-C955CE07FABD}"/>
              </a:ext>
            </a:extLst>
          </p:cNvPr>
          <p:cNvSpPr>
            <a:spLocks noGrp="1" noChangeArrowheads="1"/>
          </p:cNvSpPr>
          <p:nvPr>
            <p:ph type="sldNum" sz="quarter" idx="12"/>
          </p:nvPr>
        </p:nvSpPr>
        <p:spPr>
          <a:ln/>
        </p:spPr>
        <p:txBody>
          <a:bodyPr/>
          <a:lstStyle>
            <a:lvl1pPr>
              <a:defRPr/>
            </a:lvl1pPr>
          </a:lstStyle>
          <a:p>
            <a:pPr>
              <a:defRPr/>
            </a:pPr>
            <a:fld id="{1F35F7B0-D026-4293-B387-BEA254A949BD}" type="slidenum">
              <a:rPr lang="en-US" altLang="en-US"/>
              <a:pPr>
                <a:defRPr/>
              </a:pPr>
              <a:t>‹#›</a:t>
            </a:fld>
            <a:endParaRPr lang="en-US" altLang="en-US"/>
          </a:p>
        </p:txBody>
      </p:sp>
    </p:spTree>
    <p:extLst>
      <p:ext uri="{BB962C8B-B14F-4D97-AF65-F5344CB8AC3E}">
        <p14:creationId xmlns:p14="http://schemas.microsoft.com/office/powerpoint/2010/main" val="271732685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Rectangle 11">
            <a:extLst>
              <a:ext uri="{FF2B5EF4-FFF2-40B4-BE49-F238E27FC236}">
                <a16:creationId xmlns:a16="http://schemas.microsoft.com/office/drawing/2014/main" id="{00ECBADA-2525-B62F-7A70-A314EA8BEFE4}"/>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12">
            <a:extLst>
              <a:ext uri="{FF2B5EF4-FFF2-40B4-BE49-F238E27FC236}">
                <a16:creationId xmlns:a16="http://schemas.microsoft.com/office/drawing/2014/main" id="{0346302F-0967-F140-6DEA-624042BDEC84}"/>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13">
            <a:extLst>
              <a:ext uri="{FF2B5EF4-FFF2-40B4-BE49-F238E27FC236}">
                <a16:creationId xmlns:a16="http://schemas.microsoft.com/office/drawing/2014/main" id="{0B32ECB1-2364-7712-2F8E-EFAD5C1DC074}"/>
              </a:ext>
            </a:extLst>
          </p:cNvPr>
          <p:cNvSpPr>
            <a:spLocks noGrp="1" noChangeArrowheads="1"/>
          </p:cNvSpPr>
          <p:nvPr>
            <p:ph type="sldNum" sz="quarter" idx="12"/>
          </p:nvPr>
        </p:nvSpPr>
        <p:spPr>
          <a:ln/>
        </p:spPr>
        <p:txBody>
          <a:bodyPr/>
          <a:lstStyle>
            <a:lvl1pPr>
              <a:defRPr/>
            </a:lvl1pPr>
          </a:lstStyle>
          <a:p>
            <a:pPr>
              <a:defRPr/>
            </a:pPr>
            <a:fld id="{849B93AF-BFC4-493F-B243-EF000CB9545D}" type="slidenum">
              <a:rPr lang="en-US" altLang="en-US"/>
              <a:pPr>
                <a:defRPr/>
              </a:pPr>
              <a:t>‹#›</a:t>
            </a:fld>
            <a:endParaRPr lang="en-US" altLang="en-US"/>
          </a:p>
        </p:txBody>
      </p:sp>
    </p:spTree>
    <p:extLst>
      <p:ext uri="{BB962C8B-B14F-4D97-AF65-F5344CB8AC3E}">
        <p14:creationId xmlns:p14="http://schemas.microsoft.com/office/powerpoint/2010/main" val="191288096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1">
            <a:extLst>
              <a:ext uri="{FF2B5EF4-FFF2-40B4-BE49-F238E27FC236}">
                <a16:creationId xmlns:a16="http://schemas.microsoft.com/office/drawing/2014/main" id="{EE7FD273-A0D2-D288-91BF-A5DA22EED21C}"/>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12">
            <a:extLst>
              <a:ext uri="{FF2B5EF4-FFF2-40B4-BE49-F238E27FC236}">
                <a16:creationId xmlns:a16="http://schemas.microsoft.com/office/drawing/2014/main" id="{7905A923-9AA7-BC26-4416-7870884694E5}"/>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Rectangle 13">
            <a:extLst>
              <a:ext uri="{FF2B5EF4-FFF2-40B4-BE49-F238E27FC236}">
                <a16:creationId xmlns:a16="http://schemas.microsoft.com/office/drawing/2014/main" id="{DC3B1E04-B1C3-C195-C6D2-692162C5CF7A}"/>
              </a:ext>
            </a:extLst>
          </p:cNvPr>
          <p:cNvSpPr>
            <a:spLocks noGrp="1" noChangeArrowheads="1"/>
          </p:cNvSpPr>
          <p:nvPr>
            <p:ph type="sldNum" sz="quarter" idx="12"/>
          </p:nvPr>
        </p:nvSpPr>
        <p:spPr>
          <a:ln/>
        </p:spPr>
        <p:txBody>
          <a:bodyPr/>
          <a:lstStyle>
            <a:lvl1pPr>
              <a:defRPr/>
            </a:lvl1pPr>
          </a:lstStyle>
          <a:p>
            <a:pPr>
              <a:defRPr/>
            </a:pPr>
            <a:fld id="{552C8C92-F3C4-41A1-A272-FAD3D86FC32D}" type="slidenum">
              <a:rPr lang="en-US" altLang="en-US"/>
              <a:pPr>
                <a:defRPr/>
              </a:pPr>
              <a:t>‹#›</a:t>
            </a:fld>
            <a:endParaRPr lang="en-US" altLang="en-US"/>
          </a:p>
        </p:txBody>
      </p:sp>
    </p:spTree>
    <p:extLst>
      <p:ext uri="{BB962C8B-B14F-4D97-AF65-F5344CB8AC3E}">
        <p14:creationId xmlns:p14="http://schemas.microsoft.com/office/powerpoint/2010/main" val="394579099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1">
            <a:extLst>
              <a:ext uri="{FF2B5EF4-FFF2-40B4-BE49-F238E27FC236}">
                <a16:creationId xmlns:a16="http://schemas.microsoft.com/office/drawing/2014/main" id="{577A97C1-F48E-66DD-52D0-E3E4D6541A1F}"/>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12">
            <a:extLst>
              <a:ext uri="{FF2B5EF4-FFF2-40B4-BE49-F238E27FC236}">
                <a16:creationId xmlns:a16="http://schemas.microsoft.com/office/drawing/2014/main" id="{F96221AF-4EA4-7CA5-0B02-403ACB29D98D}"/>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13">
            <a:extLst>
              <a:ext uri="{FF2B5EF4-FFF2-40B4-BE49-F238E27FC236}">
                <a16:creationId xmlns:a16="http://schemas.microsoft.com/office/drawing/2014/main" id="{9FBBC1B4-5118-0E12-A6FA-297F485E64A2}"/>
              </a:ext>
            </a:extLst>
          </p:cNvPr>
          <p:cNvSpPr>
            <a:spLocks noGrp="1" noChangeArrowheads="1"/>
          </p:cNvSpPr>
          <p:nvPr>
            <p:ph type="sldNum" sz="quarter" idx="12"/>
          </p:nvPr>
        </p:nvSpPr>
        <p:spPr>
          <a:ln/>
        </p:spPr>
        <p:txBody>
          <a:bodyPr/>
          <a:lstStyle>
            <a:lvl1pPr>
              <a:defRPr/>
            </a:lvl1pPr>
          </a:lstStyle>
          <a:p>
            <a:pPr>
              <a:defRPr/>
            </a:pPr>
            <a:fld id="{C87CC952-187B-420C-823A-0957A1D872BA}" type="slidenum">
              <a:rPr lang="en-US" altLang="en-US"/>
              <a:pPr>
                <a:defRPr/>
              </a:pPr>
              <a:t>‹#›</a:t>
            </a:fld>
            <a:endParaRPr lang="en-US" altLang="en-US"/>
          </a:p>
        </p:txBody>
      </p:sp>
    </p:spTree>
    <p:extLst>
      <p:ext uri="{BB962C8B-B14F-4D97-AF65-F5344CB8AC3E}">
        <p14:creationId xmlns:p14="http://schemas.microsoft.com/office/powerpoint/2010/main" val="326319264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1">
            <a:extLst>
              <a:ext uri="{FF2B5EF4-FFF2-40B4-BE49-F238E27FC236}">
                <a16:creationId xmlns:a16="http://schemas.microsoft.com/office/drawing/2014/main" id="{9FA3A97C-2D58-EEFA-FE88-E7198426C481}"/>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12">
            <a:extLst>
              <a:ext uri="{FF2B5EF4-FFF2-40B4-BE49-F238E27FC236}">
                <a16:creationId xmlns:a16="http://schemas.microsoft.com/office/drawing/2014/main" id="{F6BA85AC-A44C-9B4D-3684-32D92A16AB09}"/>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13">
            <a:extLst>
              <a:ext uri="{FF2B5EF4-FFF2-40B4-BE49-F238E27FC236}">
                <a16:creationId xmlns:a16="http://schemas.microsoft.com/office/drawing/2014/main" id="{18612D42-88EC-4F56-DCEF-935F4C8A88BB}"/>
              </a:ext>
            </a:extLst>
          </p:cNvPr>
          <p:cNvSpPr>
            <a:spLocks noGrp="1" noChangeArrowheads="1"/>
          </p:cNvSpPr>
          <p:nvPr>
            <p:ph type="sldNum" sz="quarter" idx="12"/>
          </p:nvPr>
        </p:nvSpPr>
        <p:spPr>
          <a:ln/>
        </p:spPr>
        <p:txBody>
          <a:bodyPr/>
          <a:lstStyle>
            <a:lvl1pPr>
              <a:defRPr/>
            </a:lvl1pPr>
          </a:lstStyle>
          <a:p>
            <a:pPr>
              <a:defRPr/>
            </a:pPr>
            <a:fld id="{9715BFFA-586B-41EA-93C2-A393E68CCD90}" type="slidenum">
              <a:rPr lang="en-US" altLang="en-US"/>
              <a:pPr>
                <a:defRPr/>
              </a:pPr>
              <a:t>‹#›</a:t>
            </a:fld>
            <a:endParaRPr lang="en-US" altLang="en-US"/>
          </a:p>
        </p:txBody>
      </p:sp>
    </p:spTree>
    <p:extLst>
      <p:ext uri="{BB962C8B-B14F-4D97-AF65-F5344CB8AC3E}">
        <p14:creationId xmlns:p14="http://schemas.microsoft.com/office/powerpoint/2010/main" val="167321713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11">
            <a:extLst>
              <a:ext uri="{FF2B5EF4-FFF2-40B4-BE49-F238E27FC236}">
                <a16:creationId xmlns:a16="http://schemas.microsoft.com/office/drawing/2014/main" id="{60BD873B-AA66-998A-294A-52F656B99900}"/>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619282D3-63D2-0502-B93C-DB95C92FA906}"/>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9E504B96-0FF0-2E89-DFAD-6A0005370227}"/>
              </a:ext>
            </a:extLst>
          </p:cNvPr>
          <p:cNvSpPr>
            <a:spLocks noGrp="1" noChangeArrowheads="1"/>
          </p:cNvSpPr>
          <p:nvPr>
            <p:ph type="sldNum" sz="quarter" idx="12"/>
          </p:nvPr>
        </p:nvSpPr>
        <p:spPr>
          <a:ln/>
        </p:spPr>
        <p:txBody>
          <a:bodyPr/>
          <a:lstStyle>
            <a:lvl1pPr>
              <a:defRPr/>
            </a:lvl1pPr>
          </a:lstStyle>
          <a:p>
            <a:pPr>
              <a:defRPr/>
            </a:pPr>
            <a:fld id="{8C374F23-174C-4BC6-ABD9-92A28803ED65}" type="slidenum">
              <a:rPr lang="en-US" altLang="en-US"/>
              <a:pPr>
                <a:defRPr/>
              </a:pPr>
              <a:t>‹#›</a:t>
            </a:fld>
            <a:endParaRPr lang="en-US" altLang="en-US"/>
          </a:p>
        </p:txBody>
      </p:sp>
    </p:spTree>
    <p:extLst>
      <p:ext uri="{BB962C8B-B14F-4D97-AF65-F5344CB8AC3E}">
        <p14:creationId xmlns:p14="http://schemas.microsoft.com/office/powerpoint/2010/main" val="170632886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996113" y="404813"/>
            <a:ext cx="1958975" cy="5727700"/>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1116013" y="404813"/>
            <a:ext cx="5727700" cy="57277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11">
            <a:extLst>
              <a:ext uri="{FF2B5EF4-FFF2-40B4-BE49-F238E27FC236}">
                <a16:creationId xmlns:a16="http://schemas.microsoft.com/office/drawing/2014/main" id="{8DF6778D-C9BA-FDE6-E0DC-BEBA9643D4F1}"/>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DCF16D62-8A9F-EC79-37FD-49E13CE8731F}"/>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267F1255-9B56-F3F4-3618-DB1FB151A5F6}"/>
              </a:ext>
            </a:extLst>
          </p:cNvPr>
          <p:cNvSpPr>
            <a:spLocks noGrp="1" noChangeArrowheads="1"/>
          </p:cNvSpPr>
          <p:nvPr>
            <p:ph type="sldNum" sz="quarter" idx="12"/>
          </p:nvPr>
        </p:nvSpPr>
        <p:spPr>
          <a:ln/>
        </p:spPr>
        <p:txBody>
          <a:bodyPr/>
          <a:lstStyle>
            <a:lvl1pPr>
              <a:defRPr/>
            </a:lvl1pPr>
          </a:lstStyle>
          <a:p>
            <a:pPr>
              <a:defRPr/>
            </a:pPr>
            <a:fld id="{21A0EC92-9C02-4F18-9503-339AEB0637AD}" type="slidenum">
              <a:rPr lang="en-US" altLang="en-US"/>
              <a:pPr>
                <a:defRPr/>
              </a:pPr>
              <a:t>‹#›</a:t>
            </a:fld>
            <a:endParaRPr lang="en-US" altLang="en-US"/>
          </a:p>
        </p:txBody>
      </p:sp>
    </p:spTree>
    <p:extLst>
      <p:ext uri="{BB962C8B-B14F-4D97-AF65-F5344CB8AC3E}">
        <p14:creationId xmlns:p14="http://schemas.microsoft.com/office/powerpoint/2010/main" val="17779327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AD345E34-E467-7991-B2AF-73ED4FE19623}"/>
              </a:ext>
            </a:extLst>
          </p:cNvPr>
          <p:cNvSpPr>
            <a:spLocks noChangeArrowheads="1"/>
          </p:cNvSpPr>
          <p:nvPr/>
        </p:nvSpPr>
        <p:spPr bwMode="ltGray">
          <a:xfrm>
            <a:off x="442913" y="801688"/>
            <a:ext cx="438150" cy="474662"/>
          </a:xfrm>
          <a:prstGeom prst="rect">
            <a:avLst/>
          </a:prstGeom>
          <a:solidFill>
            <a:schemeClr val="accent2"/>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latin typeface="Tahoma" pitchFamily="34" charset="0"/>
            </a:endParaRPr>
          </a:p>
        </p:txBody>
      </p:sp>
      <p:sp>
        <p:nvSpPr>
          <p:cNvPr id="1027" name="Rectangle 3">
            <a:extLst>
              <a:ext uri="{FF2B5EF4-FFF2-40B4-BE49-F238E27FC236}">
                <a16:creationId xmlns:a16="http://schemas.microsoft.com/office/drawing/2014/main" id="{05615F89-67FA-18BB-54CC-1494E69CBFB6}"/>
              </a:ext>
            </a:extLst>
          </p:cNvPr>
          <p:cNvSpPr>
            <a:spLocks noChangeArrowheads="1"/>
          </p:cNvSpPr>
          <p:nvPr/>
        </p:nvSpPr>
        <p:spPr bwMode="ltGray">
          <a:xfrm>
            <a:off x="825500" y="801688"/>
            <a:ext cx="328613" cy="474662"/>
          </a:xfrm>
          <a:prstGeom prst="rect">
            <a:avLst/>
          </a:prstGeom>
          <a:gradFill rotWithShape="0">
            <a:gsLst>
              <a:gs pos="0">
                <a:schemeClr val="accent2"/>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latin typeface="Tahoma" pitchFamily="34" charset="0"/>
            </a:endParaRPr>
          </a:p>
        </p:txBody>
      </p:sp>
      <p:sp>
        <p:nvSpPr>
          <p:cNvPr id="1028" name="Rectangle 4">
            <a:extLst>
              <a:ext uri="{FF2B5EF4-FFF2-40B4-BE49-F238E27FC236}">
                <a16:creationId xmlns:a16="http://schemas.microsoft.com/office/drawing/2014/main" id="{C536EC21-8289-B48F-80BD-83B0CD94B0C5}"/>
              </a:ext>
            </a:extLst>
          </p:cNvPr>
          <p:cNvSpPr>
            <a:spLocks noChangeArrowheads="1"/>
          </p:cNvSpPr>
          <p:nvPr/>
        </p:nvSpPr>
        <p:spPr bwMode="ltGray">
          <a:xfrm>
            <a:off x="566738" y="1223963"/>
            <a:ext cx="422275" cy="474662"/>
          </a:xfrm>
          <a:prstGeom prst="rect">
            <a:avLst/>
          </a:prstGeom>
          <a:solidFill>
            <a:schemeClr val="folHlink"/>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latin typeface="Tahoma" pitchFamily="34" charset="0"/>
            </a:endParaRPr>
          </a:p>
        </p:txBody>
      </p:sp>
      <p:sp>
        <p:nvSpPr>
          <p:cNvPr id="1029" name="Rectangle 5">
            <a:extLst>
              <a:ext uri="{FF2B5EF4-FFF2-40B4-BE49-F238E27FC236}">
                <a16:creationId xmlns:a16="http://schemas.microsoft.com/office/drawing/2014/main" id="{BC04DC27-63D0-3D8D-3281-D351460C6D3D}"/>
              </a:ext>
            </a:extLst>
          </p:cNvPr>
          <p:cNvSpPr>
            <a:spLocks noChangeArrowheads="1"/>
          </p:cNvSpPr>
          <p:nvPr/>
        </p:nvSpPr>
        <p:spPr bwMode="ltGray">
          <a:xfrm>
            <a:off x="936625" y="1223963"/>
            <a:ext cx="368300" cy="474662"/>
          </a:xfrm>
          <a:prstGeom prst="rect">
            <a:avLst/>
          </a:prstGeom>
          <a:gradFill rotWithShape="0">
            <a:gsLst>
              <a:gs pos="0">
                <a:schemeClr val="folHlink"/>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latin typeface="Tahoma" pitchFamily="34" charset="0"/>
            </a:endParaRPr>
          </a:p>
        </p:txBody>
      </p:sp>
      <p:sp>
        <p:nvSpPr>
          <p:cNvPr id="1030" name="Rectangle 6">
            <a:extLst>
              <a:ext uri="{FF2B5EF4-FFF2-40B4-BE49-F238E27FC236}">
                <a16:creationId xmlns:a16="http://schemas.microsoft.com/office/drawing/2014/main" id="{A2D29420-F452-E089-A911-0930C3BFA7FF}"/>
              </a:ext>
            </a:extLst>
          </p:cNvPr>
          <p:cNvSpPr>
            <a:spLocks noChangeArrowheads="1"/>
          </p:cNvSpPr>
          <p:nvPr/>
        </p:nvSpPr>
        <p:spPr bwMode="ltGray">
          <a:xfrm>
            <a:off x="152400" y="1150938"/>
            <a:ext cx="560388" cy="422275"/>
          </a:xfrm>
          <a:prstGeom prst="rect">
            <a:avLst/>
          </a:prstGeom>
          <a:gradFill rotWithShape="0">
            <a:gsLst>
              <a:gs pos="0">
                <a:schemeClr val="bg1"/>
              </a:gs>
              <a:gs pos="100000">
                <a:schemeClr val="hlink"/>
              </a:gs>
            </a:gsLst>
            <a:lin ang="1890000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latin typeface="Tahoma" pitchFamily="34" charset="0"/>
            </a:endParaRPr>
          </a:p>
        </p:txBody>
      </p:sp>
      <p:sp>
        <p:nvSpPr>
          <p:cNvPr id="1031" name="Rectangle 7">
            <a:extLst>
              <a:ext uri="{FF2B5EF4-FFF2-40B4-BE49-F238E27FC236}">
                <a16:creationId xmlns:a16="http://schemas.microsoft.com/office/drawing/2014/main" id="{76690800-EE9D-ADDF-DD3A-ABF42BC27FAF}"/>
              </a:ext>
            </a:extLst>
          </p:cNvPr>
          <p:cNvSpPr>
            <a:spLocks noChangeArrowheads="1"/>
          </p:cNvSpPr>
          <p:nvPr/>
        </p:nvSpPr>
        <p:spPr bwMode="gray">
          <a:xfrm>
            <a:off x="787400" y="693738"/>
            <a:ext cx="31750" cy="1052512"/>
          </a:xfrm>
          <a:prstGeom prst="rect">
            <a:avLst/>
          </a:prstGeom>
          <a:solidFill>
            <a:schemeClr val="bg2"/>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latin typeface="Tahoma" pitchFamily="34" charset="0"/>
            </a:endParaRPr>
          </a:p>
        </p:txBody>
      </p:sp>
      <p:sp>
        <p:nvSpPr>
          <p:cNvPr id="1032" name="Rectangle 8">
            <a:extLst>
              <a:ext uri="{FF2B5EF4-FFF2-40B4-BE49-F238E27FC236}">
                <a16:creationId xmlns:a16="http://schemas.microsoft.com/office/drawing/2014/main" id="{1A6BA7B5-B51C-EA65-A7D9-A663DD263E41}"/>
              </a:ext>
            </a:extLst>
          </p:cNvPr>
          <p:cNvSpPr>
            <a:spLocks noChangeArrowheads="1"/>
          </p:cNvSpPr>
          <p:nvPr/>
        </p:nvSpPr>
        <p:spPr bwMode="gray">
          <a:xfrm>
            <a:off x="468313" y="1484313"/>
            <a:ext cx="8226425" cy="31750"/>
          </a:xfrm>
          <a:prstGeom prst="rect">
            <a:avLst/>
          </a:prstGeom>
          <a:gradFill rotWithShape="0">
            <a:gsLst>
              <a:gs pos="0">
                <a:schemeClr val="bg2"/>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latin typeface="Tahoma" pitchFamily="34" charset="0"/>
            </a:endParaRPr>
          </a:p>
        </p:txBody>
      </p:sp>
      <p:sp>
        <p:nvSpPr>
          <p:cNvPr id="1033" name="Rectangle 9">
            <a:extLst>
              <a:ext uri="{FF2B5EF4-FFF2-40B4-BE49-F238E27FC236}">
                <a16:creationId xmlns:a16="http://schemas.microsoft.com/office/drawing/2014/main" id="{0B7EB65F-68BB-567E-2181-5E000C6608A5}"/>
              </a:ext>
            </a:extLst>
          </p:cNvPr>
          <p:cNvSpPr>
            <a:spLocks noGrp="1" noChangeArrowheads="1"/>
          </p:cNvSpPr>
          <p:nvPr>
            <p:ph type="title"/>
          </p:nvPr>
        </p:nvSpPr>
        <p:spPr bwMode="auto">
          <a:xfrm>
            <a:off x="1116013" y="404813"/>
            <a:ext cx="7793037" cy="93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34" name="Rectangle 10">
            <a:extLst>
              <a:ext uri="{FF2B5EF4-FFF2-40B4-BE49-F238E27FC236}">
                <a16:creationId xmlns:a16="http://schemas.microsoft.com/office/drawing/2014/main" id="{656CC82B-5F89-170B-DA89-463DCE6009BC}"/>
              </a:ext>
            </a:extLst>
          </p:cNvPr>
          <p:cNvSpPr>
            <a:spLocks noGrp="1" noChangeArrowheads="1"/>
          </p:cNvSpPr>
          <p:nvPr>
            <p:ph type="body" idx="1"/>
          </p:nvPr>
        </p:nvSpPr>
        <p:spPr bwMode="auto">
          <a:xfrm>
            <a:off x="1182688" y="1628775"/>
            <a:ext cx="7772400" cy="4503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24587" name="Rectangle 11">
            <a:extLst>
              <a:ext uri="{FF2B5EF4-FFF2-40B4-BE49-F238E27FC236}">
                <a16:creationId xmlns:a16="http://schemas.microsoft.com/office/drawing/2014/main" id="{0A6E5069-418D-82BB-7BD4-79DBAA86756B}"/>
              </a:ext>
            </a:extLst>
          </p:cNvPr>
          <p:cNvSpPr>
            <a:spLocks noGrp="1" noChangeArrowheads="1"/>
          </p:cNvSpPr>
          <p:nvPr>
            <p:ph type="dt" sz="half" idx="2"/>
          </p:nvPr>
        </p:nvSpPr>
        <p:spPr bwMode="auto">
          <a:xfrm>
            <a:off x="914400" y="63246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400">
                <a:latin typeface="+mn-lt"/>
                <a:cs typeface="Arial" pitchFamily="34" charset="0"/>
              </a:defRPr>
            </a:lvl1pPr>
          </a:lstStyle>
          <a:p>
            <a:pPr>
              <a:defRPr/>
            </a:pPr>
            <a:endParaRPr lang="en-US"/>
          </a:p>
        </p:txBody>
      </p:sp>
      <p:sp>
        <p:nvSpPr>
          <p:cNvPr id="24588" name="Rectangle 12">
            <a:extLst>
              <a:ext uri="{FF2B5EF4-FFF2-40B4-BE49-F238E27FC236}">
                <a16:creationId xmlns:a16="http://schemas.microsoft.com/office/drawing/2014/main" id="{0DB11F4D-39C3-F6F1-42B5-94F30E61E058}"/>
              </a:ext>
            </a:extLst>
          </p:cNvPr>
          <p:cNvSpPr>
            <a:spLocks noGrp="1" noChangeArrowheads="1"/>
          </p:cNvSpPr>
          <p:nvPr>
            <p:ph type="ftr" sz="quarter" idx="3"/>
          </p:nvPr>
        </p:nvSpPr>
        <p:spPr bwMode="auto">
          <a:xfrm>
            <a:off x="3352800" y="63246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defRPr sz="1400">
                <a:latin typeface="+mn-lt"/>
                <a:cs typeface="Arial" pitchFamily="34" charset="0"/>
              </a:defRPr>
            </a:lvl1pPr>
          </a:lstStyle>
          <a:p>
            <a:pPr>
              <a:defRPr/>
            </a:pPr>
            <a:endParaRPr lang="en-US"/>
          </a:p>
        </p:txBody>
      </p:sp>
      <p:sp>
        <p:nvSpPr>
          <p:cNvPr id="14" name="TextBox 17">
            <a:extLst>
              <a:ext uri="{FF2B5EF4-FFF2-40B4-BE49-F238E27FC236}">
                <a16:creationId xmlns:a16="http://schemas.microsoft.com/office/drawing/2014/main" id="{23A2BDE6-4A4A-A6D6-D3F9-016479D9FFFF}"/>
              </a:ext>
            </a:extLst>
          </p:cNvPr>
          <p:cNvSpPr txBox="1"/>
          <p:nvPr userDrawn="1"/>
        </p:nvSpPr>
        <p:spPr>
          <a:xfrm>
            <a:off x="7235825" y="6611938"/>
            <a:ext cx="1908175" cy="246062"/>
          </a:xfrm>
          <a:prstGeom prst="rect">
            <a:avLst/>
          </a:prstGeom>
          <a:noFill/>
        </p:spPr>
        <p:txBody>
          <a:bodyPr>
            <a:spAutoFit/>
          </a:bodyPr>
          <a:lstStyle>
            <a:defPPr>
              <a:defRPr lang="en-GB"/>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eaLnBrk="1" hangingPunct="1">
              <a:defRPr/>
            </a:pPr>
            <a:r>
              <a:rPr lang="en-US" sz="1000" dirty="0"/>
              <a:t>Prepared by Hamish Spencer</a:t>
            </a:r>
            <a:endParaRPr lang="en-GB" sz="1000" dirty="0"/>
          </a:p>
        </p:txBody>
      </p:sp>
    </p:spTree>
  </p:cSld>
  <p:clrMap bg1="lt1" tx1="dk1" bg2="lt2" tx2="dk2" accent1="accent1" accent2="accent2" accent3="accent3" accent4="accent4" accent5="accent5" accent6="accent6" hlink="hlink" folHlink="folHlink"/>
  <p:sldLayoutIdLst>
    <p:sldLayoutId id="2147485856" r:id="rId1"/>
    <p:sldLayoutId id="2147485857" r:id="rId2"/>
    <p:sldLayoutId id="2147485858" r:id="rId3"/>
    <p:sldLayoutId id="2147485859" r:id="rId4"/>
    <p:sldLayoutId id="2147485860" r:id="rId5"/>
    <p:sldLayoutId id="2147485861" r:id="rId6"/>
    <p:sldLayoutId id="2147485862" r:id="rId7"/>
    <p:sldLayoutId id="2147485863" r:id="rId8"/>
    <p:sldLayoutId id="2147485864" r:id="rId9"/>
    <p:sldLayoutId id="2147485865" r:id="rId10"/>
    <p:sldLayoutId id="2147485866" r:id="rId11"/>
  </p:sldLayoutIdLst>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itchFamily="34" charset="0"/>
          <a:cs typeface="Arial" pitchFamily="34" charset="0"/>
        </a:defRPr>
      </a:lvl2pPr>
      <a:lvl3pPr algn="l" rtl="0" eaLnBrk="0" fontAlgn="base" hangingPunct="0">
        <a:spcBef>
          <a:spcPct val="0"/>
        </a:spcBef>
        <a:spcAft>
          <a:spcPct val="0"/>
        </a:spcAft>
        <a:defRPr sz="4400">
          <a:solidFill>
            <a:schemeClr val="tx2"/>
          </a:solidFill>
          <a:latin typeface="Tahoma" pitchFamily="34" charset="0"/>
          <a:cs typeface="Arial" pitchFamily="34" charset="0"/>
        </a:defRPr>
      </a:lvl3pPr>
      <a:lvl4pPr algn="l" rtl="0" eaLnBrk="0" fontAlgn="base" hangingPunct="0">
        <a:spcBef>
          <a:spcPct val="0"/>
        </a:spcBef>
        <a:spcAft>
          <a:spcPct val="0"/>
        </a:spcAft>
        <a:defRPr sz="4400">
          <a:solidFill>
            <a:schemeClr val="tx2"/>
          </a:solidFill>
          <a:latin typeface="Tahoma" pitchFamily="34" charset="0"/>
          <a:cs typeface="Arial" pitchFamily="34" charset="0"/>
        </a:defRPr>
      </a:lvl4pPr>
      <a:lvl5pPr algn="l" rtl="0" eaLnBrk="0" fontAlgn="base" hangingPunct="0">
        <a:spcBef>
          <a:spcPct val="0"/>
        </a:spcBef>
        <a:spcAft>
          <a:spcPct val="0"/>
        </a:spcAft>
        <a:defRPr sz="4400">
          <a:solidFill>
            <a:schemeClr val="tx2"/>
          </a:solidFill>
          <a:latin typeface="Tahoma" pitchFamily="34" charset="0"/>
          <a:cs typeface="Arial" pitchFamily="34" charset="0"/>
        </a:defRPr>
      </a:lvl5pPr>
      <a:lvl6pPr marL="457200" algn="l" rtl="0" fontAlgn="base">
        <a:spcBef>
          <a:spcPct val="0"/>
        </a:spcBef>
        <a:spcAft>
          <a:spcPct val="0"/>
        </a:spcAft>
        <a:defRPr sz="4400">
          <a:solidFill>
            <a:schemeClr val="tx2"/>
          </a:solidFill>
          <a:latin typeface="Tahoma" pitchFamily="34" charset="0"/>
          <a:cs typeface="Arial" pitchFamily="34" charset="0"/>
        </a:defRPr>
      </a:lvl6pPr>
      <a:lvl7pPr marL="914400" algn="l" rtl="0" fontAlgn="base">
        <a:spcBef>
          <a:spcPct val="0"/>
        </a:spcBef>
        <a:spcAft>
          <a:spcPct val="0"/>
        </a:spcAft>
        <a:defRPr sz="4400">
          <a:solidFill>
            <a:schemeClr val="tx2"/>
          </a:solidFill>
          <a:latin typeface="Tahoma" pitchFamily="34" charset="0"/>
          <a:cs typeface="Arial" pitchFamily="34" charset="0"/>
        </a:defRPr>
      </a:lvl7pPr>
      <a:lvl8pPr marL="1371600" algn="l" rtl="0" fontAlgn="base">
        <a:spcBef>
          <a:spcPct val="0"/>
        </a:spcBef>
        <a:spcAft>
          <a:spcPct val="0"/>
        </a:spcAft>
        <a:defRPr sz="4400">
          <a:solidFill>
            <a:schemeClr val="tx2"/>
          </a:solidFill>
          <a:latin typeface="Tahoma" pitchFamily="34" charset="0"/>
          <a:cs typeface="Arial" pitchFamily="34" charset="0"/>
        </a:defRPr>
      </a:lvl8pPr>
      <a:lvl9pPr marL="1828800" algn="l" rtl="0" fontAlgn="base">
        <a:spcBef>
          <a:spcPct val="0"/>
        </a:spcBef>
        <a:spcAft>
          <a:spcPct val="0"/>
        </a:spcAft>
        <a:defRPr sz="4400">
          <a:solidFill>
            <a:schemeClr val="tx2"/>
          </a:solidFill>
          <a:latin typeface="Tahoma" pitchFamily="34" charset="0"/>
          <a:cs typeface="Arial" pitchFamily="34" charset="0"/>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ECD2ED16-8D4E-7549-7322-669566DDEF82}"/>
              </a:ext>
            </a:extLst>
          </p:cNvPr>
          <p:cNvSpPr>
            <a:spLocks noChangeArrowheads="1"/>
          </p:cNvSpPr>
          <p:nvPr/>
        </p:nvSpPr>
        <p:spPr bwMode="ltGray">
          <a:xfrm>
            <a:off x="442913" y="801688"/>
            <a:ext cx="438150" cy="474662"/>
          </a:xfrm>
          <a:prstGeom prst="rect">
            <a:avLst/>
          </a:prstGeom>
          <a:solidFill>
            <a:schemeClr val="accent2"/>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solidFill>
                <a:srgbClr val="000000"/>
              </a:solidFill>
              <a:latin typeface="Tahoma" pitchFamily="34" charset="0"/>
            </a:endParaRPr>
          </a:p>
        </p:txBody>
      </p:sp>
      <p:sp>
        <p:nvSpPr>
          <p:cNvPr id="2051" name="Rectangle 3">
            <a:extLst>
              <a:ext uri="{FF2B5EF4-FFF2-40B4-BE49-F238E27FC236}">
                <a16:creationId xmlns:a16="http://schemas.microsoft.com/office/drawing/2014/main" id="{3DBD444D-C319-928E-2736-4C296846DF9E}"/>
              </a:ext>
            </a:extLst>
          </p:cNvPr>
          <p:cNvSpPr>
            <a:spLocks noChangeArrowheads="1"/>
          </p:cNvSpPr>
          <p:nvPr/>
        </p:nvSpPr>
        <p:spPr bwMode="ltGray">
          <a:xfrm>
            <a:off x="825500" y="801688"/>
            <a:ext cx="328613" cy="474662"/>
          </a:xfrm>
          <a:prstGeom prst="rect">
            <a:avLst/>
          </a:prstGeom>
          <a:gradFill rotWithShape="0">
            <a:gsLst>
              <a:gs pos="0">
                <a:schemeClr val="accent2"/>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solidFill>
                <a:srgbClr val="000000"/>
              </a:solidFill>
              <a:latin typeface="Tahoma" pitchFamily="34" charset="0"/>
            </a:endParaRPr>
          </a:p>
        </p:txBody>
      </p:sp>
      <p:sp>
        <p:nvSpPr>
          <p:cNvPr id="2052" name="Rectangle 4">
            <a:extLst>
              <a:ext uri="{FF2B5EF4-FFF2-40B4-BE49-F238E27FC236}">
                <a16:creationId xmlns:a16="http://schemas.microsoft.com/office/drawing/2014/main" id="{BD98CEAA-AF5D-8770-A48A-A8071463FDCC}"/>
              </a:ext>
            </a:extLst>
          </p:cNvPr>
          <p:cNvSpPr>
            <a:spLocks noChangeArrowheads="1"/>
          </p:cNvSpPr>
          <p:nvPr/>
        </p:nvSpPr>
        <p:spPr bwMode="ltGray">
          <a:xfrm>
            <a:off x="566738" y="1223963"/>
            <a:ext cx="422275" cy="474662"/>
          </a:xfrm>
          <a:prstGeom prst="rect">
            <a:avLst/>
          </a:prstGeom>
          <a:solidFill>
            <a:schemeClr val="folHlink"/>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solidFill>
                <a:srgbClr val="000000"/>
              </a:solidFill>
              <a:latin typeface="Tahoma" pitchFamily="34" charset="0"/>
            </a:endParaRPr>
          </a:p>
        </p:txBody>
      </p:sp>
      <p:sp>
        <p:nvSpPr>
          <p:cNvPr id="2053" name="Rectangle 5">
            <a:extLst>
              <a:ext uri="{FF2B5EF4-FFF2-40B4-BE49-F238E27FC236}">
                <a16:creationId xmlns:a16="http://schemas.microsoft.com/office/drawing/2014/main" id="{D7D0FA5F-A8A5-8118-8E28-4963A5302776}"/>
              </a:ext>
            </a:extLst>
          </p:cNvPr>
          <p:cNvSpPr>
            <a:spLocks noChangeArrowheads="1"/>
          </p:cNvSpPr>
          <p:nvPr/>
        </p:nvSpPr>
        <p:spPr bwMode="ltGray">
          <a:xfrm>
            <a:off x="936625" y="1223963"/>
            <a:ext cx="368300" cy="474662"/>
          </a:xfrm>
          <a:prstGeom prst="rect">
            <a:avLst/>
          </a:prstGeom>
          <a:gradFill rotWithShape="0">
            <a:gsLst>
              <a:gs pos="0">
                <a:schemeClr val="folHlink"/>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solidFill>
                <a:srgbClr val="000000"/>
              </a:solidFill>
              <a:latin typeface="Tahoma" pitchFamily="34" charset="0"/>
            </a:endParaRPr>
          </a:p>
        </p:txBody>
      </p:sp>
      <p:sp>
        <p:nvSpPr>
          <p:cNvPr id="2054" name="Rectangle 6">
            <a:extLst>
              <a:ext uri="{FF2B5EF4-FFF2-40B4-BE49-F238E27FC236}">
                <a16:creationId xmlns:a16="http://schemas.microsoft.com/office/drawing/2014/main" id="{54B22AED-ED09-9FB5-1E17-D495065FFA6E}"/>
              </a:ext>
            </a:extLst>
          </p:cNvPr>
          <p:cNvSpPr>
            <a:spLocks noChangeArrowheads="1"/>
          </p:cNvSpPr>
          <p:nvPr/>
        </p:nvSpPr>
        <p:spPr bwMode="ltGray">
          <a:xfrm>
            <a:off x="152400" y="1150938"/>
            <a:ext cx="560388" cy="422275"/>
          </a:xfrm>
          <a:prstGeom prst="rect">
            <a:avLst/>
          </a:prstGeom>
          <a:gradFill rotWithShape="0">
            <a:gsLst>
              <a:gs pos="0">
                <a:schemeClr val="bg1"/>
              </a:gs>
              <a:gs pos="100000">
                <a:schemeClr val="hlink"/>
              </a:gs>
            </a:gsLst>
            <a:lin ang="1890000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solidFill>
                <a:srgbClr val="000000"/>
              </a:solidFill>
              <a:latin typeface="Tahoma" pitchFamily="34" charset="0"/>
            </a:endParaRPr>
          </a:p>
        </p:txBody>
      </p:sp>
      <p:sp>
        <p:nvSpPr>
          <p:cNvPr id="2055" name="Rectangle 7">
            <a:extLst>
              <a:ext uri="{FF2B5EF4-FFF2-40B4-BE49-F238E27FC236}">
                <a16:creationId xmlns:a16="http://schemas.microsoft.com/office/drawing/2014/main" id="{CDE2BA21-D4DC-8931-A8B5-D8AAB43D9CD5}"/>
              </a:ext>
            </a:extLst>
          </p:cNvPr>
          <p:cNvSpPr>
            <a:spLocks noChangeArrowheads="1"/>
          </p:cNvSpPr>
          <p:nvPr/>
        </p:nvSpPr>
        <p:spPr bwMode="gray">
          <a:xfrm>
            <a:off x="787400" y="693738"/>
            <a:ext cx="31750" cy="1052512"/>
          </a:xfrm>
          <a:prstGeom prst="rect">
            <a:avLst/>
          </a:prstGeom>
          <a:solidFill>
            <a:schemeClr val="bg2"/>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solidFill>
                <a:srgbClr val="000000"/>
              </a:solidFill>
              <a:latin typeface="Tahoma" pitchFamily="34" charset="0"/>
            </a:endParaRPr>
          </a:p>
        </p:txBody>
      </p:sp>
      <p:sp>
        <p:nvSpPr>
          <p:cNvPr id="2056" name="Rectangle 8">
            <a:extLst>
              <a:ext uri="{FF2B5EF4-FFF2-40B4-BE49-F238E27FC236}">
                <a16:creationId xmlns:a16="http://schemas.microsoft.com/office/drawing/2014/main" id="{0B6CE866-230A-C23F-6068-9405CD837022}"/>
              </a:ext>
            </a:extLst>
          </p:cNvPr>
          <p:cNvSpPr>
            <a:spLocks noChangeArrowheads="1"/>
          </p:cNvSpPr>
          <p:nvPr/>
        </p:nvSpPr>
        <p:spPr bwMode="gray">
          <a:xfrm>
            <a:off x="468313" y="1484313"/>
            <a:ext cx="8226425" cy="31750"/>
          </a:xfrm>
          <a:prstGeom prst="rect">
            <a:avLst/>
          </a:prstGeom>
          <a:gradFill rotWithShape="0">
            <a:gsLst>
              <a:gs pos="0">
                <a:schemeClr val="bg2"/>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solidFill>
                <a:srgbClr val="000000"/>
              </a:solidFill>
              <a:latin typeface="Tahoma" pitchFamily="34" charset="0"/>
            </a:endParaRPr>
          </a:p>
        </p:txBody>
      </p:sp>
      <p:sp>
        <p:nvSpPr>
          <p:cNvPr id="2057" name="Rectangle 9">
            <a:extLst>
              <a:ext uri="{FF2B5EF4-FFF2-40B4-BE49-F238E27FC236}">
                <a16:creationId xmlns:a16="http://schemas.microsoft.com/office/drawing/2014/main" id="{B000EBEF-B402-B8C4-12D1-8E1D7CC7FD6D}"/>
              </a:ext>
            </a:extLst>
          </p:cNvPr>
          <p:cNvSpPr>
            <a:spLocks noGrp="1" noChangeArrowheads="1"/>
          </p:cNvSpPr>
          <p:nvPr>
            <p:ph type="title"/>
          </p:nvPr>
        </p:nvSpPr>
        <p:spPr bwMode="auto">
          <a:xfrm>
            <a:off x="1116013" y="404813"/>
            <a:ext cx="7793037" cy="93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2058" name="Rectangle 10">
            <a:extLst>
              <a:ext uri="{FF2B5EF4-FFF2-40B4-BE49-F238E27FC236}">
                <a16:creationId xmlns:a16="http://schemas.microsoft.com/office/drawing/2014/main" id="{3DE1ED43-47FA-6F0C-BAA9-D0C309B3A464}"/>
              </a:ext>
            </a:extLst>
          </p:cNvPr>
          <p:cNvSpPr>
            <a:spLocks noGrp="1" noChangeArrowheads="1"/>
          </p:cNvSpPr>
          <p:nvPr>
            <p:ph type="body" idx="1"/>
          </p:nvPr>
        </p:nvSpPr>
        <p:spPr bwMode="auto">
          <a:xfrm>
            <a:off x="1182688" y="1628775"/>
            <a:ext cx="7772400" cy="4503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24587" name="Rectangle 11">
            <a:extLst>
              <a:ext uri="{FF2B5EF4-FFF2-40B4-BE49-F238E27FC236}">
                <a16:creationId xmlns:a16="http://schemas.microsoft.com/office/drawing/2014/main" id="{E25BEB87-A1D8-A59E-E8E5-7F29E963ADDE}"/>
              </a:ext>
            </a:extLst>
          </p:cNvPr>
          <p:cNvSpPr>
            <a:spLocks noGrp="1" noChangeArrowheads="1"/>
          </p:cNvSpPr>
          <p:nvPr>
            <p:ph type="dt" sz="half" idx="2"/>
          </p:nvPr>
        </p:nvSpPr>
        <p:spPr bwMode="auto">
          <a:xfrm>
            <a:off x="914400" y="6324600"/>
            <a:ext cx="19050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eaLnBrk="1" hangingPunct="1">
              <a:defRPr sz="1400">
                <a:solidFill>
                  <a:srgbClr val="000000"/>
                </a:solidFill>
                <a:latin typeface="+mn-lt"/>
                <a:cs typeface="Arial" charset="0"/>
              </a:defRPr>
            </a:lvl1pPr>
          </a:lstStyle>
          <a:p>
            <a:pPr>
              <a:defRPr/>
            </a:pPr>
            <a:endParaRPr lang="en-US"/>
          </a:p>
        </p:txBody>
      </p:sp>
      <p:sp>
        <p:nvSpPr>
          <p:cNvPr id="24588" name="Rectangle 12">
            <a:extLst>
              <a:ext uri="{FF2B5EF4-FFF2-40B4-BE49-F238E27FC236}">
                <a16:creationId xmlns:a16="http://schemas.microsoft.com/office/drawing/2014/main" id="{193B0F29-A731-67D2-4118-018B4E5D8A0B}"/>
              </a:ext>
            </a:extLst>
          </p:cNvPr>
          <p:cNvSpPr>
            <a:spLocks noGrp="1" noChangeArrowheads="1"/>
          </p:cNvSpPr>
          <p:nvPr>
            <p:ph type="ftr" sz="quarter" idx="3"/>
          </p:nvPr>
        </p:nvSpPr>
        <p:spPr bwMode="auto">
          <a:xfrm>
            <a:off x="3352800" y="6324600"/>
            <a:ext cx="28956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ctr" eaLnBrk="1" hangingPunct="1">
              <a:defRPr sz="1400">
                <a:solidFill>
                  <a:srgbClr val="000000"/>
                </a:solidFill>
                <a:latin typeface="+mn-lt"/>
                <a:cs typeface="Arial" charset="0"/>
              </a:defRPr>
            </a:lvl1pPr>
          </a:lstStyle>
          <a:p>
            <a:pPr>
              <a:defRPr/>
            </a:pPr>
            <a:endParaRPr lang="en-US"/>
          </a:p>
        </p:txBody>
      </p:sp>
      <p:sp>
        <p:nvSpPr>
          <p:cNvPr id="24589" name="Rectangle 13">
            <a:extLst>
              <a:ext uri="{FF2B5EF4-FFF2-40B4-BE49-F238E27FC236}">
                <a16:creationId xmlns:a16="http://schemas.microsoft.com/office/drawing/2014/main" id="{C124B84F-BA24-F2F7-D46E-C5A9F1600C5F}"/>
              </a:ext>
            </a:extLst>
          </p:cNvPr>
          <p:cNvSpPr>
            <a:spLocks noGrp="1" noChangeArrowheads="1"/>
          </p:cNvSpPr>
          <p:nvPr>
            <p:ph type="sldNum" sz="quarter" idx="4"/>
          </p:nvPr>
        </p:nvSpPr>
        <p:spPr bwMode="auto">
          <a:xfrm>
            <a:off x="6781800" y="6324600"/>
            <a:ext cx="19050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hangingPunct="1">
              <a:defRPr sz="1400">
                <a:solidFill>
                  <a:srgbClr val="000000"/>
                </a:solidFill>
                <a:latin typeface="Tahoma" panose="020B0604030504040204" pitchFamily="34" charset="0"/>
              </a:defRPr>
            </a:lvl1pPr>
          </a:lstStyle>
          <a:p>
            <a:pPr>
              <a:defRPr/>
            </a:pPr>
            <a:fld id="{A5519EAE-4E3C-4F6D-9DF4-99D2019ECA5B}"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5867" r:id="rId1"/>
    <p:sldLayoutId id="2147485846" r:id="rId2"/>
    <p:sldLayoutId id="2147485847" r:id="rId3"/>
    <p:sldLayoutId id="2147485848" r:id="rId4"/>
    <p:sldLayoutId id="2147485849" r:id="rId5"/>
    <p:sldLayoutId id="2147485850" r:id="rId6"/>
    <p:sldLayoutId id="2147485851" r:id="rId7"/>
    <p:sldLayoutId id="2147485852" r:id="rId8"/>
    <p:sldLayoutId id="2147485853" r:id="rId9"/>
    <p:sldLayoutId id="2147485854" r:id="rId10"/>
    <p:sldLayoutId id="2147485855" r:id="rId11"/>
  </p:sldLayoutIdLst>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itchFamily="34" charset="0"/>
          <a:cs typeface="Arial" charset="0"/>
        </a:defRPr>
      </a:lvl2pPr>
      <a:lvl3pPr algn="l" rtl="0" eaLnBrk="0" fontAlgn="base" hangingPunct="0">
        <a:spcBef>
          <a:spcPct val="0"/>
        </a:spcBef>
        <a:spcAft>
          <a:spcPct val="0"/>
        </a:spcAft>
        <a:defRPr sz="4400">
          <a:solidFill>
            <a:schemeClr val="tx2"/>
          </a:solidFill>
          <a:latin typeface="Tahoma" pitchFamily="34" charset="0"/>
          <a:cs typeface="Arial" charset="0"/>
        </a:defRPr>
      </a:lvl3pPr>
      <a:lvl4pPr algn="l" rtl="0" eaLnBrk="0" fontAlgn="base" hangingPunct="0">
        <a:spcBef>
          <a:spcPct val="0"/>
        </a:spcBef>
        <a:spcAft>
          <a:spcPct val="0"/>
        </a:spcAft>
        <a:defRPr sz="4400">
          <a:solidFill>
            <a:schemeClr val="tx2"/>
          </a:solidFill>
          <a:latin typeface="Tahoma" pitchFamily="34" charset="0"/>
          <a:cs typeface="Arial" charset="0"/>
        </a:defRPr>
      </a:lvl4pPr>
      <a:lvl5pPr algn="l" rtl="0" eaLnBrk="0" fontAlgn="base" hangingPunct="0">
        <a:spcBef>
          <a:spcPct val="0"/>
        </a:spcBef>
        <a:spcAft>
          <a:spcPct val="0"/>
        </a:spcAft>
        <a:defRPr sz="4400">
          <a:solidFill>
            <a:schemeClr val="tx2"/>
          </a:solidFill>
          <a:latin typeface="Tahoma" pitchFamily="34" charset="0"/>
          <a:cs typeface="Arial" charset="0"/>
        </a:defRPr>
      </a:lvl5pPr>
      <a:lvl6pPr marL="457200" algn="l" rtl="0" fontAlgn="base">
        <a:spcBef>
          <a:spcPct val="0"/>
        </a:spcBef>
        <a:spcAft>
          <a:spcPct val="0"/>
        </a:spcAft>
        <a:defRPr sz="4400">
          <a:solidFill>
            <a:schemeClr val="tx2"/>
          </a:solidFill>
          <a:latin typeface="Tahoma" pitchFamily="34" charset="0"/>
          <a:cs typeface="Arial" charset="0"/>
        </a:defRPr>
      </a:lvl6pPr>
      <a:lvl7pPr marL="914400" algn="l" rtl="0" fontAlgn="base">
        <a:spcBef>
          <a:spcPct val="0"/>
        </a:spcBef>
        <a:spcAft>
          <a:spcPct val="0"/>
        </a:spcAft>
        <a:defRPr sz="4400">
          <a:solidFill>
            <a:schemeClr val="tx2"/>
          </a:solidFill>
          <a:latin typeface="Tahoma" pitchFamily="34" charset="0"/>
          <a:cs typeface="Arial" charset="0"/>
        </a:defRPr>
      </a:lvl7pPr>
      <a:lvl8pPr marL="1371600" algn="l" rtl="0" fontAlgn="base">
        <a:spcBef>
          <a:spcPct val="0"/>
        </a:spcBef>
        <a:spcAft>
          <a:spcPct val="0"/>
        </a:spcAft>
        <a:defRPr sz="4400">
          <a:solidFill>
            <a:schemeClr val="tx2"/>
          </a:solidFill>
          <a:latin typeface="Tahoma" pitchFamily="34" charset="0"/>
          <a:cs typeface="Arial" charset="0"/>
        </a:defRPr>
      </a:lvl8pPr>
      <a:lvl9pPr marL="1828800" algn="l" rtl="0" fontAlgn="base">
        <a:spcBef>
          <a:spcPct val="0"/>
        </a:spcBef>
        <a:spcAft>
          <a:spcPct val="0"/>
        </a:spcAft>
        <a:defRPr sz="4400">
          <a:solidFill>
            <a:schemeClr val="tx2"/>
          </a:solidFill>
          <a:latin typeface="Tahoma" pitchFamily="34" charset="0"/>
          <a:cs typeface="Arial" charset="0"/>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video" Target="https://www.youtube.com/embed/IvJ-ERxbYjw?feature=oembed" TargetMode="External"/><Relationship Id="rId5" Type="http://schemas.openxmlformats.org/officeDocument/2006/relationships/image" Target="../media/image2.png"/><Relationship Id="rId4" Type="http://schemas.openxmlformats.org/officeDocument/2006/relationships/image" Target="../media/image1.jpe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video" Target="https://www.youtube.com/embed/jQ1sfKIl50E?feature=oembed" TargetMode="External"/><Relationship Id="rId5" Type="http://schemas.openxmlformats.org/officeDocument/2006/relationships/image" Target="../media/image4.png"/><Relationship Id="rId4" Type="http://schemas.openxmlformats.org/officeDocument/2006/relationships/image" Target="../media/image3.jpe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video" Target="https://www.youtube.com/embed/rNZTUKKv7ek?feature=oembed" TargetMode="External"/><Relationship Id="rId6" Type="http://schemas.openxmlformats.org/officeDocument/2006/relationships/image" Target="../media/image11.jpeg"/><Relationship Id="rId5" Type="http://schemas.openxmlformats.org/officeDocument/2006/relationships/image" Target="../media/image10.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8E89979B-9D2C-B40E-9393-37FBFA0B9F2D}"/>
              </a:ext>
            </a:extLst>
          </p:cNvPr>
          <p:cNvSpPr>
            <a:spLocks noGrp="1" noChangeArrowheads="1"/>
          </p:cNvSpPr>
          <p:nvPr>
            <p:ph type="ctrTitle"/>
          </p:nvPr>
        </p:nvSpPr>
        <p:spPr>
          <a:xfrm>
            <a:off x="990600" y="1828800"/>
            <a:ext cx="7542213" cy="1143000"/>
          </a:xfrm>
        </p:spPr>
        <p:txBody>
          <a:bodyPr/>
          <a:lstStyle/>
          <a:p>
            <a:r>
              <a:rPr lang="en-GB" altLang="en-US" sz="2800" b="1">
                <a:solidFill>
                  <a:srgbClr val="0070C0"/>
                </a:solidFill>
              </a:rPr>
              <a:t>Occupational </a:t>
            </a:r>
            <a:r>
              <a:rPr lang="en-GB" altLang="en-US" sz="2800" b="1" dirty="0">
                <a:solidFill>
                  <a:srgbClr val="0070C0"/>
                </a:solidFill>
              </a:rPr>
              <a:t>Specialist Component Content: Digital Production, </a:t>
            </a:r>
            <a:r>
              <a:rPr lang="en-GB" altLang="en-US" sz="2800" b="1">
                <a:solidFill>
                  <a:srgbClr val="0070C0"/>
                </a:solidFill>
              </a:rPr>
              <a:t>Design and </a:t>
            </a:r>
            <a:r>
              <a:rPr lang="en-GB" altLang="en-US" sz="2800" b="1" dirty="0">
                <a:solidFill>
                  <a:srgbClr val="0070C0"/>
                </a:solidFill>
              </a:rPr>
              <a:t>Development</a:t>
            </a:r>
          </a:p>
        </p:txBody>
      </p:sp>
      <p:sp>
        <p:nvSpPr>
          <p:cNvPr id="15363" name="TextBox 4">
            <a:extLst>
              <a:ext uri="{FF2B5EF4-FFF2-40B4-BE49-F238E27FC236}">
                <a16:creationId xmlns:a16="http://schemas.microsoft.com/office/drawing/2014/main" id="{BEEFD9BD-28E1-0CCC-6C56-6D5A9AA9EC2B}"/>
              </a:ext>
            </a:extLst>
          </p:cNvPr>
          <p:cNvSpPr txBox="1">
            <a:spLocks noChangeArrowheads="1"/>
          </p:cNvSpPr>
          <p:nvPr/>
        </p:nvSpPr>
        <p:spPr bwMode="auto">
          <a:xfrm>
            <a:off x="323850" y="3716338"/>
            <a:ext cx="8613775" cy="2952750"/>
          </a:xfrm>
          <a:prstGeom prst="rect">
            <a:avLst/>
          </a:prstGeom>
          <a:noFill/>
          <a:ln>
            <a:noFill/>
          </a:ln>
        </p:spPr>
        <p:txBody>
          <a:bodyPr/>
          <a:lstStyle>
            <a:lvl1pPr marL="171450" indent="-171450" eaLnBrk="0" hangingPunct="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defRPr/>
            </a:pPr>
            <a:r>
              <a:rPr lang="en-GB" sz="1400" dirty="0">
                <a:solidFill>
                  <a:srgbClr val="000000"/>
                </a:solidFill>
                <a:latin typeface="+mn-lt"/>
              </a:rPr>
              <a:t>The T Level T Level Technical Qualification in Digital: Digital Production, Design and Development includes a single Occupational Specialist Component. Therefore, there is a single synoptic assessment for the Occupational Specialist Component, which is an extended ‘design, development and implementation’ project. The synoptic element of the project is important in order to ensure that students are able to demonstrate threshold competence: this is the principal reason why the Occupational Specialism is assessed via a single extended project assessment to ensure that students are able to evidence all the skills required by the Performance Outcomes. </a:t>
            </a:r>
          </a:p>
          <a:p>
            <a:pPr>
              <a:defRPr/>
            </a:pPr>
            <a:r>
              <a:rPr lang="en-GB" sz="1400" dirty="0">
                <a:solidFill>
                  <a:srgbClr val="000000"/>
                </a:solidFill>
                <a:latin typeface="+mn-lt"/>
              </a:rPr>
              <a:t>The T Level Technical Qualification in Digital: Digital Production, Design and Development Occupational Specialist Component consists of several activities grouped into four substantive tasks. </a:t>
            </a:r>
          </a:p>
          <a:p>
            <a:pPr>
              <a:defRPr/>
            </a:pPr>
            <a:r>
              <a:rPr lang="en-GB" sz="1400" dirty="0">
                <a:solidFill>
                  <a:srgbClr val="000000"/>
                </a:solidFill>
                <a:latin typeface="+mn-lt"/>
              </a:rPr>
              <a:t>Each task will be completed during a window set by Pearson during which you will schedule supervised assessment sessions. In some cases, tasks will also involve opportunities for unsupervised activities where the requirements of the skills being assessed make this necessary.</a:t>
            </a:r>
            <a:endParaRPr lang="en-GB" altLang="en-US" sz="1400" dirty="0">
              <a:latin typeface="+mn-l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D9916D59-0D4D-7A7F-32FD-B66E010CA9E4}"/>
              </a:ext>
            </a:extLst>
          </p:cNvPr>
          <p:cNvSpPr>
            <a:spLocks noGrp="1" noChangeArrowheads="1"/>
          </p:cNvSpPr>
          <p:nvPr>
            <p:ph type="title"/>
          </p:nvPr>
        </p:nvSpPr>
        <p:spPr>
          <a:xfrm>
            <a:off x="1403350" y="404813"/>
            <a:ext cx="7505700" cy="939800"/>
          </a:xfrm>
        </p:spPr>
        <p:txBody>
          <a:bodyPr/>
          <a:lstStyle/>
          <a:p>
            <a:pPr eaLnBrk="1" hangingPunct="1"/>
            <a:r>
              <a:rPr lang="en-GB" altLang="en-US" sz="4000" b="1" dirty="0">
                <a:solidFill>
                  <a:srgbClr val="0070C0"/>
                </a:solidFill>
              </a:rPr>
              <a:t>Learning Objectives</a:t>
            </a:r>
          </a:p>
        </p:txBody>
      </p:sp>
      <p:sp>
        <p:nvSpPr>
          <p:cNvPr id="4099" name="Rectangle 3">
            <a:extLst>
              <a:ext uri="{FF2B5EF4-FFF2-40B4-BE49-F238E27FC236}">
                <a16:creationId xmlns:a16="http://schemas.microsoft.com/office/drawing/2014/main" id="{81D7DF48-5C8C-2A22-10C7-A51FEDB00BB9}"/>
              </a:ext>
            </a:extLst>
          </p:cNvPr>
          <p:cNvSpPr>
            <a:spLocks noGrp="1" noChangeArrowheads="1"/>
          </p:cNvSpPr>
          <p:nvPr>
            <p:ph type="body" idx="1"/>
          </p:nvPr>
        </p:nvSpPr>
        <p:spPr>
          <a:xfrm>
            <a:off x="611560" y="1803709"/>
            <a:ext cx="8424936" cy="4681239"/>
          </a:xfrm>
        </p:spPr>
        <p:txBody>
          <a:bodyPr/>
          <a:lstStyle/>
          <a:p>
            <a:pPr eaLnBrk="1" hangingPunct="1">
              <a:defRPr/>
            </a:pPr>
            <a:r>
              <a:rPr lang="en-GB" sz="2000" b="1" dirty="0"/>
              <a:t>Aims:</a:t>
            </a:r>
          </a:p>
          <a:p>
            <a:pPr lvl="1" eaLnBrk="1" hangingPunct="1">
              <a:defRPr/>
            </a:pPr>
            <a:r>
              <a:rPr lang="en-GB" sz="2000" dirty="0"/>
              <a:t>To understand how to design a product</a:t>
            </a:r>
          </a:p>
          <a:p>
            <a:pPr marL="457200" lvl="1" indent="0" eaLnBrk="1" hangingPunct="1">
              <a:buNone/>
              <a:defRPr/>
            </a:pPr>
            <a:endParaRPr lang="en-GB" sz="2000" dirty="0"/>
          </a:p>
          <a:p>
            <a:pPr eaLnBrk="1" hangingPunct="1">
              <a:defRPr/>
            </a:pPr>
            <a:r>
              <a:rPr lang="en-GB" sz="2000" b="1" dirty="0"/>
              <a:t>Objectives</a:t>
            </a:r>
            <a:r>
              <a:rPr lang="en-US" sz="2000" b="1" dirty="0"/>
              <a:t>:</a:t>
            </a:r>
          </a:p>
          <a:p>
            <a:pPr lvl="1" eaLnBrk="1" hangingPunct="1">
              <a:defRPr/>
            </a:pPr>
            <a:r>
              <a:rPr lang="en-GB" sz="2000" dirty="0"/>
              <a:t>To be able to identify how to design a product including:</a:t>
            </a:r>
            <a:endParaRPr lang="en-GB" sz="1800" dirty="0"/>
          </a:p>
          <a:p>
            <a:pPr lvl="2" eaLnBrk="1" hangingPunct="1"/>
            <a:r>
              <a:rPr lang="en-GB" altLang="en-US" sz="1800" dirty="0"/>
              <a:t>Create interface designs.</a:t>
            </a:r>
          </a:p>
          <a:p>
            <a:pPr lvl="2" eaLnBrk="1" hangingPunct="1"/>
            <a:r>
              <a:rPr lang="en-GB" altLang="en-US" sz="1800" dirty="0"/>
              <a:t>Plan how to solve key problems (design algorithms).</a:t>
            </a:r>
          </a:p>
          <a:p>
            <a:pPr lvl="2" eaLnBrk="1" hangingPunct="1"/>
            <a:r>
              <a:rPr lang="en-GB" altLang="en-US" sz="1800" dirty="0"/>
              <a:t>Create data requirement designs.</a:t>
            </a:r>
          </a:p>
          <a:p>
            <a:pPr lvl="2" eaLnBrk="1" hangingPunct="1"/>
            <a:r>
              <a:rPr lang="en-GB" altLang="en-US" sz="1800" dirty="0"/>
              <a:t>Create a proof of concept.</a:t>
            </a:r>
          </a:p>
          <a:p>
            <a:pPr lvl="2" eaLnBrk="1" hangingPunct="1"/>
            <a:r>
              <a:rPr lang="en-GB" altLang="en-US" sz="1800" dirty="0"/>
              <a:t>Produce initial testing schedule.</a:t>
            </a:r>
            <a:endParaRPr lang="en-US" altLang="en-US" sz="1800" dirty="0"/>
          </a:p>
          <a:p>
            <a:pPr marL="914400" lvl="2" indent="0" eaLnBrk="1" hangingPunct="1">
              <a:buNone/>
            </a:pPr>
            <a:endParaRPr lang="en-GB"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9477DB-38D2-9FC4-6CAC-236611900968}"/>
            </a:ext>
          </a:extLst>
        </p:cNvPr>
        <p:cNvGrpSpPr/>
        <p:nvPr/>
      </p:nvGrpSpPr>
      <p:grpSpPr>
        <a:xfrm>
          <a:off x="0" y="0"/>
          <a:ext cx="0" cy="0"/>
          <a:chOff x="0" y="0"/>
          <a:chExt cx="0" cy="0"/>
        </a:xfrm>
      </p:grpSpPr>
      <p:sp>
        <p:nvSpPr>
          <p:cNvPr id="18434" name="Title 1">
            <a:extLst>
              <a:ext uri="{FF2B5EF4-FFF2-40B4-BE49-F238E27FC236}">
                <a16:creationId xmlns:a16="http://schemas.microsoft.com/office/drawing/2014/main" id="{7393FE4D-16A2-7E4F-BDE1-C85BC37A38EB}"/>
              </a:ext>
            </a:extLst>
          </p:cNvPr>
          <p:cNvSpPr>
            <a:spLocks noGrp="1" noChangeArrowheads="1"/>
          </p:cNvSpPr>
          <p:nvPr>
            <p:ph type="title"/>
          </p:nvPr>
        </p:nvSpPr>
        <p:spPr>
          <a:xfrm>
            <a:off x="1475656" y="446193"/>
            <a:ext cx="7668344" cy="939800"/>
          </a:xfrm>
        </p:spPr>
        <p:txBody>
          <a:bodyPr/>
          <a:lstStyle/>
          <a:p>
            <a:r>
              <a:rPr lang="en-GB" sz="3600" b="1" dirty="0">
                <a:solidFill>
                  <a:srgbClr val="0070C0"/>
                </a:solidFill>
              </a:rPr>
              <a:t>What Is Product Design?</a:t>
            </a:r>
            <a:endParaRPr lang="en-US" altLang="en-US" sz="3600" b="1" dirty="0">
              <a:solidFill>
                <a:srgbClr val="0070C0"/>
              </a:solidFill>
            </a:endParaRPr>
          </a:p>
        </p:txBody>
      </p:sp>
      <p:sp>
        <p:nvSpPr>
          <p:cNvPr id="18435" name="Content Placeholder 2">
            <a:extLst>
              <a:ext uri="{FF2B5EF4-FFF2-40B4-BE49-F238E27FC236}">
                <a16:creationId xmlns:a16="http://schemas.microsoft.com/office/drawing/2014/main" id="{2A622E7B-F09A-943E-6D60-DADA61E89A47}"/>
              </a:ext>
            </a:extLst>
          </p:cNvPr>
          <p:cNvSpPr>
            <a:spLocks noGrp="1" noChangeArrowheads="1"/>
          </p:cNvSpPr>
          <p:nvPr>
            <p:ph idx="1"/>
          </p:nvPr>
        </p:nvSpPr>
        <p:spPr>
          <a:xfrm>
            <a:off x="289352" y="1981290"/>
            <a:ext cx="8351838" cy="504056"/>
          </a:xfrm>
        </p:spPr>
        <p:txBody>
          <a:bodyPr/>
          <a:lstStyle/>
          <a:p>
            <a:r>
              <a:rPr lang="en-GB" sz="1800" dirty="0"/>
              <a:t>Product design is the end-to-end process of creating a product that solves a user’s problem or meets a market need.</a:t>
            </a:r>
            <a:endParaRPr lang="en-GB" altLang="en-US" sz="1800" dirty="0"/>
          </a:p>
        </p:txBody>
      </p:sp>
      <p:sp>
        <p:nvSpPr>
          <p:cNvPr id="2" name="Content Placeholder 2">
            <a:extLst>
              <a:ext uri="{FF2B5EF4-FFF2-40B4-BE49-F238E27FC236}">
                <a16:creationId xmlns:a16="http://schemas.microsoft.com/office/drawing/2014/main" id="{9F959247-7851-9DF5-9E16-6717D7C6EF4C}"/>
              </a:ext>
            </a:extLst>
          </p:cNvPr>
          <p:cNvSpPr txBox="1">
            <a:spLocks noChangeArrowheads="1"/>
          </p:cNvSpPr>
          <p:nvPr/>
        </p:nvSpPr>
        <p:spPr bwMode="auto">
          <a:xfrm>
            <a:off x="179512" y="4869160"/>
            <a:ext cx="5976119" cy="1872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Tools used:</a:t>
            </a:r>
            <a:r>
              <a:rPr lang="en-GB" sz="1800" dirty="0"/>
              <a:t> </a:t>
            </a:r>
          </a:p>
          <a:p>
            <a:pPr marL="542925" lvl="1" indent="-271463"/>
            <a:r>
              <a:rPr lang="en-GB" sz="1800" dirty="0"/>
              <a:t>Design Thinking</a:t>
            </a:r>
          </a:p>
          <a:p>
            <a:pPr marL="542925" lvl="1" indent="-271463"/>
            <a:r>
              <a:rPr lang="en-GB" sz="1800" dirty="0"/>
              <a:t>Product Requirement Documents (PRDs)</a:t>
            </a:r>
          </a:p>
          <a:p>
            <a:pPr marL="542925" lvl="1" indent="-271463"/>
            <a:r>
              <a:rPr lang="en-GB" sz="1800" dirty="0"/>
              <a:t>User Research Tools (e.g., interviews, surveys)</a:t>
            </a:r>
          </a:p>
        </p:txBody>
      </p:sp>
      <p:sp>
        <p:nvSpPr>
          <p:cNvPr id="3" name="Content Placeholder 2">
            <a:extLst>
              <a:ext uri="{FF2B5EF4-FFF2-40B4-BE49-F238E27FC236}">
                <a16:creationId xmlns:a16="http://schemas.microsoft.com/office/drawing/2014/main" id="{8439D122-A5F7-E164-DFB9-BB6353F77CCB}"/>
              </a:ext>
            </a:extLst>
          </p:cNvPr>
          <p:cNvSpPr txBox="1">
            <a:spLocks noChangeArrowheads="1"/>
          </p:cNvSpPr>
          <p:nvPr/>
        </p:nvSpPr>
        <p:spPr bwMode="auto">
          <a:xfrm>
            <a:off x="289352" y="3024255"/>
            <a:ext cx="5413830" cy="652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Intent: </a:t>
            </a:r>
            <a:r>
              <a:rPr lang="en-GB" sz="1800" dirty="0"/>
              <a:t>To ensure the product is usable, functional, and feasible within time and resource constraints.</a:t>
            </a:r>
          </a:p>
        </p:txBody>
      </p:sp>
      <p:pic>
        <p:nvPicPr>
          <p:cNvPr id="7" name="Online Media 6" title="What is Product Design?">
            <a:hlinkClick r:id="" action="ppaction://media"/>
            <a:extLst>
              <a:ext uri="{FF2B5EF4-FFF2-40B4-BE49-F238E27FC236}">
                <a16:creationId xmlns:a16="http://schemas.microsoft.com/office/drawing/2014/main" id="{39B743A5-CFCB-8E2F-FA4D-EDC7D998ED03}"/>
              </a:ext>
            </a:extLst>
          </p:cNvPr>
          <p:cNvPicPr>
            <a:picLocks noRot="1" noChangeAspect="1"/>
          </p:cNvPicPr>
          <p:nvPr>
            <a:videoFile r:link="rId1"/>
          </p:nvPr>
        </p:nvPicPr>
        <p:blipFill>
          <a:blip r:embed="rId4"/>
          <a:stretch>
            <a:fillRect/>
          </a:stretch>
        </p:blipFill>
        <p:spPr>
          <a:xfrm>
            <a:off x="5941517" y="4828853"/>
            <a:ext cx="3058856" cy="1728041"/>
          </a:xfrm>
          <a:prstGeom prst="rect">
            <a:avLst/>
          </a:prstGeom>
        </p:spPr>
      </p:pic>
      <p:pic>
        <p:nvPicPr>
          <p:cNvPr id="1029" name="Picture 5" descr="What is Product Design and the Product Design Process? | by Gloria Lo | UX  Planet">
            <a:extLst>
              <a:ext uri="{FF2B5EF4-FFF2-40B4-BE49-F238E27FC236}">
                <a16:creationId xmlns:a16="http://schemas.microsoft.com/office/drawing/2014/main" id="{09110843-9AA0-C925-5C68-91A6ECBF7BF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26822" y="2644614"/>
            <a:ext cx="3070177" cy="17280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17368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7"/>
                </p:tgtEl>
              </p:cMediaNode>
            </p:video>
            <p:seq concurrent="1" nextAc="seek">
              <p:cTn id="8" restart="whenNotActive" fill="hold" evtFilter="cancelBubble" nodeType="interactiveSeq">
                <p:stCondLst>
                  <p:cond evt="onClick" delay="0">
                    <p:tgtEl>
                      <p:spTgt spid="7"/>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7"/>
                                        </p:tgtEl>
                                      </p:cBhvr>
                                    </p:cmd>
                                  </p:childTnLst>
                                </p:cTn>
                              </p:par>
                            </p:childTnLst>
                          </p:cTn>
                        </p:par>
                      </p:childTnLst>
                    </p:cTn>
                  </p:par>
                </p:childTnLst>
              </p:cTn>
              <p:nextCondLst>
                <p:cond evt="onClick" delay="0">
                  <p:tgtEl>
                    <p:spTgt spid="7"/>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206986-DB95-DA14-D984-94B51ABE3474}"/>
            </a:ext>
          </a:extLst>
        </p:cNvPr>
        <p:cNvGrpSpPr/>
        <p:nvPr/>
      </p:nvGrpSpPr>
      <p:grpSpPr>
        <a:xfrm>
          <a:off x="0" y="0"/>
          <a:ext cx="0" cy="0"/>
          <a:chOff x="0" y="0"/>
          <a:chExt cx="0" cy="0"/>
        </a:xfrm>
      </p:grpSpPr>
      <p:sp>
        <p:nvSpPr>
          <p:cNvPr id="18434" name="Title 1">
            <a:extLst>
              <a:ext uri="{FF2B5EF4-FFF2-40B4-BE49-F238E27FC236}">
                <a16:creationId xmlns:a16="http://schemas.microsoft.com/office/drawing/2014/main" id="{76236798-7D1C-3198-48FE-10692F5432E2}"/>
              </a:ext>
            </a:extLst>
          </p:cNvPr>
          <p:cNvSpPr>
            <a:spLocks noGrp="1" noChangeArrowheads="1"/>
          </p:cNvSpPr>
          <p:nvPr>
            <p:ph type="title"/>
          </p:nvPr>
        </p:nvSpPr>
        <p:spPr>
          <a:xfrm>
            <a:off x="1475656" y="446193"/>
            <a:ext cx="7668344" cy="939800"/>
          </a:xfrm>
        </p:spPr>
        <p:txBody>
          <a:bodyPr/>
          <a:lstStyle/>
          <a:p>
            <a:r>
              <a:rPr lang="en-GB" sz="3600" b="1" dirty="0">
                <a:solidFill>
                  <a:srgbClr val="0070C0"/>
                </a:solidFill>
              </a:rPr>
              <a:t>Key Stages in Product Design</a:t>
            </a:r>
            <a:endParaRPr lang="en-US" altLang="en-US" sz="3600" b="1" dirty="0">
              <a:solidFill>
                <a:srgbClr val="0070C0"/>
              </a:solidFill>
            </a:endParaRPr>
          </a:p>
        </p:txBody>
      </p:sp>
      <p:sp>
        <p:nvSpPr>
          <p:cNvPr id="18435" name="Content Placeholder 2">
            <a:extLst>
              <a:ext uri="{FF2B5EF4-FFF2-40B4-BE49-F238E27FC236}">
                <a16:creationId xmlns:a16="http://schemas.microsoft.com/office/drawing/2014/main" id="{B2DF1D57-7B50-788E-FFF6-38403C429257}"/>
              </a:ext>
            </a:extLst>
          </p:cNvPr>
          <p:cNvSpPr>
            <a:spLocks noGrp="1" noChangeArrowheads="1"/>
          </p:cNvSpPr>
          <p:nvPr>
            <p:ph idx="1"/>
          </p:nvPr>
        </p:nvSpPr>
        <p:spPr>
          <a:xfrm>
            <a:off x="289352" y="1981290"/>
            <a:ext cx="8351838" cy="504056"/>
          </a:xfrm>
        </p:spPr>
        <p:txBody>
          <a:bodyPr/>
          <a:lstStyle/>
          <a:p>
            <a:r>
              <a:rPr lang="en-GB" sz="1800" dirty="0"/>
              <a:t>A high-level view of the essential steps in the product design lifecycle.</a:t>
            </a:r>
            <a:endParaRPr lang="en-GB" altLang="en-US" sz="1800" dirty="0"/>
          </a:p>
        </p:txBody>
      </p:sp>
      <p:sp>
        <p:nvSpPr>
          <p:cNvPr id="3" name="Content Placeholder 2">
            <a:extLst>
              <a:ext uri="{FF2B5EF4-FFF2-40B4-BE49-F238E27FC236}">
                <a16:creationId xmlns:a16="http://schemas.microsoft.com/office/drawing/2014/main" id="{D3873A73-2DBC-D72E-DD35-E2BD38EAFE62}"/>
              </a:ext>
            </a:extLst>
          </p:cNvPr>
          <p:cNvSpPr txBox="1">
            <a:spLocks noChangeArrowheads="1"/>
          </p:cNvSpPr>
          <p:nvPr/>
        </p:nvSpPr>
        <p:spPr bwMode="auto">
          <a:xfrm>
            <a:off x="297882" y="2605203"/>
            <a:ext cx="8565296" cy="475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Intent: </a:t>
            </a:r>
            <a:r>
              <a:rPr lang="en-GB" sz="1800" dirty="0"/>
              <a:t>To create a structured, logical pathway from concept to launch.</a:t>
            </a:r>
          </a:p>
        </p:txBody>
      </p:sp>
      <p:graphicFrame>
        <p:nvGraphicFramePr>
          <p:cNvPr id="4" name="Table 3">
            <a:extLst>
              <a:ext uri="{FF2B5EF4-FFF2-40B4-BE49-F238E27FC236}">
                <a16:creationId xmlns:a16="http://schemas.microsoft.com/office/drawing/2014/main" id="{AD67C7FA-E7B6-5133-0C9D-7EB1EB6FFE3B}"/>
              </a:ext>
            </a:extLst>
          </p:cNvPr>
          <p:cNvGraphicFramePr>
            <a:graphicFrameLocks noGrp="1"/>
          </p:cNvGraphicFramePr>
          <p:nvPr>
            <p:extLst>
              <p:ext uri="{D42A27DB-BD31-4B8C-83A1-F6EECF244321}">
                <p14:modId xmlns:p14="http://schemas.microsoft.com/office/powerpoint/2010/main" val="796657512"/>
              </p:ext>
            </p:extLst>
          </p:nvPr>
        </p:nvGraphicFramePr>
        <p:xfrm>
          <a:off x="408876" y="3398108"/>
          <a:ext cx="8343308" cy="2780682"/>
        </p:xfrm>
        <a:graphic>
          <a:graphicData uri="http://schemas.openxmlformats.org/drawingml/2006/table">
            <a:tbl>
              <a:tblPr>
                <a:tableStyleId>{35758FB7-9AC5-4552-8A53-C91805E547FA}</a:tableStyleId>
              </a:tblPr>
              <a:tblGrid>
                <a:gridCol w="2085827">
                  <a:extLst>
                    <a:ext uri="{9D8B030D-6E8A-4147-A177-3AD203B41FA5}">
                      <a16:colId xmlns:a16="http://schemas.microsoft.com/office/drawing/2014/main" val="2163285278"/>
                    </a:ext>
                  </a:extLst>
                </a:gridCol>
                <a:gridCol w="2085827">
                  <a:extLst>
                    <a:ext uri="{9D8B030D-6E8A-4147-A177-3AD203B41FA5}">
                      <a16:colId xmlns:a16="http://schemas.microsoft.com/office/drawing/2014/main" val="3939303023"/>
                    </a:ext>
                  </a:extLst>
                </a:gridCol>
                <a:gridCol w="2085827">
                  <a:extLst>
                    <a:ext uri="{9D8B030D-6E8A-4147-A177-3AD203B41FA5}">
                      <a16:colId xmlns:a16="http://schemas.microsoft.com/office/drawing/2014/main" val="331785494"/>
                    </a:ext>
                  </a:extLst>
                </a:gridCol>
                <a:gridCol w="2085827">
                  <a:extLst>
                    <a:ext uri="{9D8B030D-6E8A-4147-A177-3AD203B41FA5}">
                      <a16:colId xmlns:a16="http://schemas.microsoft.com/office/drawing/2014/main" val="1347470583"/>
                    </a:ext>
                  </a:extLst>
                </a:gridCol>
              </a:tblGrid>
              <a:tr h="148247">
                <a:tc>
                  <a:txBody>
                    <a:bodyPr/>
                    <a:lstStyle/>
                    <a:p>
                      <a:pPr algn="ctr"/>
                      <a:r>
                        <a:rPr lang="en-GB" sz="900" b="1" dirty="0"/>
                        <a:t>Stage</a:t>
                      </a:r>
                      <a:endParaRPr lang="en-GB" sz="900" dirty="0"/>
                    </a:p>
                  </a:txBody>
                  <a:tcPr marL="47912" marR="47912" marT="23956" marB="23956" anchor="ctr">
                    <a:solidFill>
                      <a:schemeClr val="accent1">
                        <a:lumMod val="40000"/>
                        <a:lumOff val="60000"/>
                      </a:schemeClr>
                    </a:solidFill>
                  </a:tcPr>
                </a:tc>
                <a:tc>
                  <a:txBody>
                    <a:bodyPr/>
                    <a:lstStyle/>
                    <a:p>
                      <a:pPr algn="ctr"/>
                      <a:r>
                        <a:rPr lang="en-GB" sz="900" b="1" dirty="0"/>
                        <a:t>Description</a:t>
                      </a:r>
                      <a:endParaRPr lang="en-GB" sz="900" dirty="0"/>
                    </a:p>
                  </a:txBody>
                  <a:tcPr marL="47912" marR="47912" marT="23956" marB="23956" anchor="ctr">
                    <a:solidFill>
                      <a:schemeClr val="accent1">
                        <a:lumMod val="40000"/>
                        <a:lumOff val="60000"/>
                      </a:schemeClr>
                    </a:solidFill>
                  </a:tcPr>
                </a:tc>
                <a:tc>
                  <a:txBody>
                    <a:bodyPr/>
                    <a:lstStyle/>
                    <a:p>
                      <a:pPr algn="ctr"/>
                      <a:r>
                        <a:rPr lang="en-GB" sz="900" b="1" dirty="0"/>
                        <a:t>Intent</a:t>
                      </a:r>
                      <a:endParaRPr lang="en-GB" sz="900" dirty="0"/>
                    </a:p>
                  </a:txBody>
                  <a:tcPr marL="47912" marR="47912" marT="23956" marB="23956" anchor="ctr">
                    <a:solidFill>
                      <a:schemeClr val="accent1">
                        <a:lumMod val="40000"/>
                        <a:lumOff val="60000"/>
                      </a:schemeClr>
                    </a:solidFill>
                  </a:tcPr>
                </a:tc>
                <a:tc>
                  <a:txBody>
                    <a:bodyPr/>
                    <a:lstStyle/>
                    <a:p>
                      <a:pPr algn="ctr"/>
                      <a:r>
                        <a:rPr lang="en-GB" sz="900" b="1" dirty="0"/>
                        <a:t>Tools Used</a:t>
                      </a:r>
                      <a:endParaRPr lang="en-GB" sz="900" dirty="0"/>
                    </a:p>
                  </a:txBody>
                  <a:tcPr marL="47912" marR="47912" marT="23956" marB="23956" anchor="ctr">
                    <a:solidFill>
                      <a:schemeClr val="accent1">
                        <a:lumMod val="40000"/>
                        <a:lumOff val="60000"/>
                      </a:schemeClr>
                    </a:solidFill>
                  </a:tcPr>
                </a:tc>
                <a:extLst>
                  <a:ext uri="{0D108BD9-81ED-4DB2-BD59-A6C34878D82A}">
                    <a16:rowId xmlns:a16="http://schemas.microsoft.com/office/drawing/2014/main" val="168250481"/>
                  </a:ext>
                </a:extLst>
              </a:tr>
              <a:tr h="461442">
                <a:tc>
                  <a:txBody>
                    <a:bodyPr/>
                    <a:lstStyle/>
                    <a:p>
                      <a:r>
                        <a:rPr lang="en-GB" sz="900"/>
                        <a:t>1. Define the Problem</a:t>
                      </a:r>
                    </a:p>
                  </a:txBody>
                  <a:tcPr marL="47912" marR="47912" marT="23956" marB="23956" anchor="ctr"/>
                </a:tc>
                <a:tc>
                  <a:txBody>
                    <a:bodyPr/>
                    <a:lstStyle/>
                    <a:p>
                      <a:r>
                        <a:rPr lang="en-GB" sz="900" dirty="0"/>
                        <a:t>Understand user needs, business goals, and define clear objectives.</a:t>
                      </a:r>
                    </a:p>
                  </a:txBody>
                  <a:tcPr marL="47912" marR="47912" marT="23956" marB="23956" anchor="ctr"/>
                </a:tc>
                <a:tc>
                  <a:txBody>
                    <a:bodyPr/>
                    <a:lstStyle/>
                    <a:p>
                      <a:r>
                        <a:rPr lang="en-GB" sz="900" dirty="0"/>
                        <a:t>Align team focus and ensure product solves the right problem.</a:t>
                      </a:r>
                    </a:p>
                  </a:txBody>
                  <a:tcPr marL="47912" marR="47912" marT="23956" marB="23956" anchor="ctr"/>
                </a:tc>
                <a:tc>
                  <a:txBody>
                    <a:bodyPr/>
                    <a:lstStyle/>
                    <a:p>
                      <a:r>
                        <a:rPr lang="en-GB" sz="900" dirty="0"/>
                        <a:t>User interviews, surveys, personas, PRDs</a:t>
                      </a:r>
                    </a:p>
                  </a:txBody>
                  <a:tcPr marL="47912" marR="47912" marT="23956" marB="23956" anchor="ctr"/>
                </a:tc>
                <a:extLst>
                  <a:ext uri="{0D108BD9-81ED-4DB2-BD59-A6C34878D82A}">
                    <a16:rowId xmlns:a16="http://schemas.microsoft.com/office/drawing/2014/main" val="4022276709"/>
                  </a:ext>
                </a:extLst>
              </a:tr>
              <a:tr h="374921">
                <a:tc>
                  <a:txBody>
                    <a:bodyPr/>
                    <a:lstStyle/>
                    <a:p>
                      <a:r>
                        <a:rPr lang="en-GB" sz="900"/>
                        <a:t>2. Design the Interface (UI/UX)</a:t>
                      </a:r>
                    </a:p>
                  </a:txBody>
                  <a:tcPr marL="47912" marR="47912" marT="23956" marB="23956" anchor="ctr"/>
                </a:tc>
                <a:tc>
                  <a:txBody>
                    <a:bodyPr/>
                    <a:lstStyle/>
                    <a:p>
                      <a:r>
                        <a:rPr lang="en-GB" sz="900"/>
                        <a:t>Create wireframes, layouts, and user interactions.</a:t>
                      </a:r>
                    </a:p>
                  </a:txBody>
                  <a:tcPr marL="47912" marR="47912" marT="23956" marB="23956" anchor="ctr"/>
                </a:tc>
                <a:tc>
                  <a:txBody>
                    <a:bodyPr/>
                    <a:lstStyle/>
                    <a:p>
                      <a:r>
                        <a:rPr lang="en-GB" sz="900" dirty="0"/>
                        <a:t>Provide an intuitive, engaging user experience.</a:t>
                      </a:r>
                    </a:p>
                  </a:txBody>
                  <a:tcPr marL="47912" marR="47912" marT="23956" marB="23956" anchor="ctr"/>
                </a:tc>
                <a:tc>
                  <a:txBody>
                    <a:bodyPr/>
                    <a:lstStyle/>
                    <a:p>
                      <a:r>
                        <a:rPr lang="en-GB" sz="900"/>
                        <a:t>Figma, Sketch, Adobe XD, Balsamiq</a:t>
                      </a:r>
                    </a:p>
                  </a:txBody>
                  <a:tcPr marL="47912" marR="47912" marT="23956" marB="23956" anchor="ctr"/>
                </a:tc>
                <a:extLst>
                  <a:ext uri="{0D108BD9-81ED-4DB2-BD59-A6C34878D82A}">
                    <a16:rowId xmlns:a16="http://schemas.microsoft.com/office/drawing/2014/main" val="4091168173"/>
                  </a:ext>
                </a:extLst>
              </a:tr>
              <a:tr h="461442">
                <a:tc>
                  <a:txBody>
                    <a:bodyPr/>
                    <a:lstStyle/>
                    <a:p>
                      <a:r>
                        <a:rPr lang="en-GB" sz="900" dirty="0"/>
                        <a:t>3. Plan Core Functionality</a:t>
                      </a:r>
                    </a:p>
                  </a:txBody>
                  <a:tcPr marL="47912" marR="47912" marT="23956" marB="23956" anchor="ctr"/>
                </a:tc>
                <a:tc>
                  <a:txBody>
                    <a:bodyPr/>
                    <a:lstStyle/>
                    <a:p>
                      <a:r>
                        <a:rPr lang="en-GB" sz="900"/>
                        <a:t>Develop logic or algorithms to power product features.</a:t>
                      </a:r>
                    </a:p>
                  </a:txBody>
                  <a:tcPr marL="47912" marR="47912" marT="23956" marB="23956" anchor="ctr"/>
                </a:tc>
                <a:tc>
                  <a:txBody>
                    <a:bodyPr/>
                    <a:lstStyle/>
                    <a:p>
                      <a:r>
                        <a:rPr lang="en-GB" sz="900" dirty="0"/>
                        <a:t>Ensure functionality is accurate, efficient, and scalable.</a:t>
                      </a:r>
                    </a:p>
                  </a:txBody>
                  <a:tcPr marL="47912" marR="47912" marT="23956" marB="23956" anchor="ctr"/>
                </a:tc>
                <a:tc>
                  <a:txBody>
                    <a:bodyPr/>
                    <a:lstStyle/>
                    <a:p>
                      <a:r>
                        <a:rPr lang="en-GB" sz="900"/>
                        <a:t>Pseudocode, flowcharts, Visual Studio Code</a:t>
                      </a:r>
                    </a:p>
                  </a:txBody>
                  <a:tcPr marL="47912" marR="47912" marT="23956" marB="23956" anchor="ctr"/>
                </a:tc>
                <a:extLst>
                  <a:ext uri="{0D108BD9-81ED-4DB2-BD59-A6C34878D82A}">
                    <a16:rowId xmlns:a16="http://schemas.microsoft.com/office/drawing/2014/main" val="3521495360"/>
                  </a:ext>
                </a:extLst>
              </a:tr>
              <a:tr h="461442">
                <a:tc>
                  <a:txBody>
                    <a:bodyPr/>
                    <a:lstStyle/>
                    <a:p>
                      <a:r>
                        <a:rPr lang="en-GB" sz="900"/>
                        <a:t>4. Data Design</a:t>
                      </a:r>
                    </a:p>
                  </a:txBody>
                  <a:tcPr marL="47912" marR="47912" marT="23956" marB="23956" anchor="ctr"/>
                </a:tc>
                <a:tc>
                  <a:txBody>
                    <a:bodyPr/>
                    <a:lstStyle/>
                    <a:p>
                      <a:r>
                        <a:rPr lang="en-GB" sz="900"/>
                        <a:t>Define data structures and how information will be stored and retrieved.</a:t>
                      </a:r>
                    </a:p>
                  </a:txBody>
                  <a:tcPr marL="47912" marR="47912" marT="23956" marB="23956" anchor="ctr"/>
                </a:tc>
                <a:tc>
                  <a:txBody>
                    <a:bodyPr/>
                    <a:lstStyle/>
                    <a:p>
                      <a:r>
                        <a:rPr lang="en-GB" sz="900"/>
                        <a:t>Enable smooth and secure handling of data.</a:t>
                      </a:r>
                    </a:p>
                  </a:txBody>
                  <a:tcPr marL="47912" marR="47912" marT="23956" marB="23956" anchor="ctr"/>
                </a:tc>
                <a:tc>
                  <a:txBody>
                    <a:bodyPr/>
                    <a:lstStyle/>
                    <a:p>
                      <a:r>
                        <a:rPr lang="en-GB" sz="900" dirty="0"/>
                        <a:t>ER diagrams, MySQL Workbench, dbdiagram.io</a:t>
                      </a:r>
                    </a:p>
                  </a:txBody>
                  <a:tcPr marL="47912" marR="47912" marT="23956" marB="23956" anchor="ctr"/>
                </a:tc>
                <a:extLst>
                  <a:ext uri="{0D108BD9-81ED-4DB2-BD59-A6C34878D82A}">
                    <a16:rowId xmlns:a16="http://schemas.microsoft.com/office/drawing/2014/main" val="3536616991"/>
                  </a:ext>
                </a:extLst>
              </a:tr>
              <a:tr h="374921">
                <a:tc>
                  <a:txBody>
                    <a:bodyPr/>
                    <a:lstStyle/>
                    <a:p>
                      <a:r>
                        <a:rPr lang="en-GB" sz="900"/>
                        <a:t>5. Build Proof of Concept</a:t>
                      </a:r>
                    </a:p>
                  </a:txBody>
                  <a:tcPr marL="47912" marR="47912" marT="23956" marB="23956" anchor="ctr"/>
                </a:tc>
                <a:tc>
                  <a:txBody>
                    <a:bodyPr/>
                    <a:lstStyle/>
                    <a:p>
                      <a:r>
                        <a:rPr lang="en-GB" sz="900"/>
                        <a:t>Create a working prototype that demonstrates core features.</a:t>
                      </a:r>
                    </a:p>
                  </a:txBody>
                  <a:tcPr marL="47912" marR="47912" marT="23956" marB="23956" anchor="ctr"/>
                </a:tc>
                <a:tc>
                  <a:txBody>
                    <a:bodyPr/>
                    <a:lstStyle/>
                    <a:p>
                      <a:r>
                        <a:rPr lang="en-GB" sz="900"/>
                        <a:t>Test technical feasibility and validate the concept early.</a:t>
                      </a:r>
                    </a:p>
                  </a:txBody>
                  <a:tcPr marL="47912" marR="47912" marT="23956" marB="23956" anchor="ctr"/>
                </a:tc>
                <a:tc>
                  <a:txBody>
                    <a:bodyPr/>
                    <a:lstStyle/>
                    <a:p>
                      <a:r>
                        <a:rPr lang="en-GB" sz="900" dirty="0"/>
                        <a:t>React, Flask, Bubble, mock APIs</a:t>
                      </a:r>
                    </a:p>
                  </a:txBody>
                  <a:tcPr marL="47912" marR="47912" marT="23956" marB="23956" anchor="ctr"/>
                </a:tc>
                <a:extLst>
                  <a:ext uri="{0D108BD9-81ED-4DB2-BD59-A6C34878D82A}">
                    <a16:rowId xmlns:a16="http://schemas.microsoft.com/office/drawing/2014/main" val="2196691871"/>
                  </a:ext>
                </a:extLst>
              </a:tr>
              <a:tr h="461442">
                <a:tc>
                  <a:txBody>
                    <a:bodyPr/>
                    <a:lstStyle/>
                    <a:p>
                      <a:r>
                        <a:rPr lang="en-GB" sz="900"/>
                        <a:t>6. Initial Testing Plan</a:t>
                      </a:r>
                    </a:p>
                  </a:txBody>
                  <a:tcPr marL="47912" marR="47912" marT="23956" marB="23956" anchor="ctr"/>
                </a:tc>
                <a:tc>
                  <a:txBody>
                    <a:bodyPr/>
                    <a:lstStyle/>
                    <a:p>
                      <a:r>
                        <a:rPr lang="en-GB" sz="900"/>
                        <a:t>Schedule how and when features will be tested and validated.</a:t>
                      </a:r>
                    </a:p>
                  </a:txBody>
                  <a:tcPr marL="47912" marR="47912" marT="23956" marB="23956" anchor="ctr"/>
                </a:tc>
                <a:tc>
                  <a:txBody>
                    <a:bodyPr/>
                    <a:lstStyle/>
                    <a:p>
                      <a:r>
                        <a:rPr lang="en-GB" sz="900"/>
                        <a:t>Identify issues early and ensure product quality.</a:t>
                      </a:r>
                    </a:p>
                  </a:txBody>
                  <a:tcPr marL="47912" marR="47912" marT="23956" marB="23956" anchor="ctr"/>
                </a:tc>
                <a:tc>
                  <a:txBody>
                    <a:bodyPr/>
                    <a:lstStyle/>
                    <a:p>
                      <a:r>
                        <a:rPr lang="en-GB" sz="900" dirty="0"/>
                        <a:t>Jira, Selenium, Jest, TestRail</a:t>
                      </a:r>
                    </a:p>
                  </a:txBody>
                  <a:tcPr marL="47912" marR="47912" marT="23956" marB="23956" anchor="ctr"/>
                </a:tc>
                <a:extLst>
                  <a:ext uri="{0D108BD9-81ED-4DB2-BD59-A6C34878D82A}">
                    <a16:rowId xmlns:a16="http://schemas.microsoft.com/office/drawing/2014/main" val="251984284"/>
                  </a:ext>
                </a:extLst>
              </a:tr>
            </a:tbl>
          </a:graphicData>
        </a:graphic>
      </p:graphicFrame>
    </p:spTree>
    <p:extLst>
      <p:ext uri="{BB962C8B-B14F-4D97-AF65-F5344CB8AC3E}">
        <p14:creationId xmlns:p14="http://schemas.microsoft.com/office/powerpoint/2010/main" val="32812431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EF3FFB-AD09-5D10-35F2-9D6F7550F0E7}"/>
            </a:ext>
          </a:extLst>
        </p:cNvPr>
        <p:cNvGrpSpPr/>
        <p:nvPr/>
      </p:nvGrpSpPr>
      <p:grpSpPr>
        <a:xfrm>
          <a:off x="0" y="0"/>
          <a:ext cx="0" cy="0"/>
          <a:chOff x="0" y="0"/>
          <a:chExt cx="0" cy="0"/>
        </a:xfrm>
      </p:grpSpPr>
      <p:sp>
        <p:nvSpPr>
          <p:cNvPr id="18434" name="Title 1">
            <a:extLst>
              <a:ext uri="{FF2B5EF4-FFF2-40B4-BE49-F238E27FC236}">
                <a16:creationId xmlns:a16="http://schemas.microsoft.com/office/drawing/2014/main" id="{98AF8F9A-08EF-C25A-96BC-BDC05ECD796E}"/>
              </a:ext>
            </a:extLst>
          </p:cNvPr>
          <p:cNvSpPr>
            <a:spLocks noGrp="1" noChangeArrowheads="1"/>
          </p:cNvSpPr>
          <p:nvPr>
            <p:ph type="title"/>
          </p:nvPr>
        </p:nvSpPr>
        <p:spPr>
          <a:xfrm>
            <a:off x="1475656" y="446193"/>
            <a:ext cx="6768752" cy="939800"/>
          </a:xfrm>
        </p:spPr>
        <p:txBody>
          <a:bodyPr/>
          <a:lstStyle/>
          <a:p>
            <a:r>
              <a:rPr lang="en-GB" sz="3600" b="1" dirty="0">
                <a:solidFill>
                  <a:srgbClr val="0070C0"/>
                </a:solidFill>
              </a:rPr>
              <a:t>Create Interface Designs</a:t>
            </a:r>
            <a:endParaRPr lang="en-US" altLang="en-US" sz="3600" b="1" dirty="0">
              <a:solidFill>
                <a:srgbClr val="0070C0"/>
              </a:solidFill>
            </a:endParaRPr>
          </a:p>
        </p:txBody>
      </p:sp>
      <p:sp>
        <p:nvSpPr>
          <p:cNvPr id="18435" name="Content Placeholder 2">
            <a:extLst>
              <a:ext uri="{FF2B5EF4-FFF2-40B4-BE49-F238E27FC236}">
                <a16:creationId xmlns:a16="http://schemas.microsoft.com/office/drawing/2014/main" id="{BCD6A5FB-19B9-83CD-394A-1F9A466FA986}"/>
              </a:ext>
            </a:extLst>
          </p:cNvPr>
          <p:cNvSpPr>
            <a:spLocks noGrp="1" noChangeArrowheads="1"/>
          </p:cNvSpPr>
          <p:nvPr>
            <p:ph idx="1"/>
          </p:nvPr>
        </p:nvSpPr>
        <p:spPr>
          <a:xfrm>
            <a:off x="289352" y="1981290"/>
            <a:ext cx="8351838" cy="504056"/>
          </a:xfrm>
        </p:spPr>
        <p:txBody>
          <a:bodyPr/>
          <a:lstStyle/>
          <a:p>
            <a:r>
              <a:rPr lang="en-GB" sz="1800" dirty="0"/>
              <a:t>Designing how users will interact with the product, including layout, navigation, and visual elements.</a:t>
            </a:r>
            <a:endParaRPr lang="en-GB" altLang="en-US" sz="1800" dirty="0"/>
          </a:p>
        </p:txBody>
      </p:sp>
      <p:sp>
        <p:nvSpPr>
          <p:cNvPr id="2" name="Content Placeholder 2">
            <a:extLst>
              <a:ext uri="{FF2B5EF4-FFF2-40B4-BE49-F238E27FC236}">
                <a16:creationId xmlns:a16="http://schemas.microsoft.com/office/drawing/2014/main" id="{DBB70B3B-EBB5-AA12-E861-078945B7198C}"/>
              </a:ext>
            </a:extLst>
          </p:cNvPr>
          <p:cNvSpPr txBox="1">
            <a:spLocks noChangeArrowheads="1"/>
          </p:cNvSpPr>
          <p:nvPr/>
        </p:nvSpPr>
        <p:spPr bwMode="auto">
          <a:xfrm>
            <a:off x="287718" y="4221088"/>
            <a:ext cx="5247878" cy="1872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Tools used:</a:t>
            </a:r>
            <a:r>
              <a:rPr lang="en-GB" sz="1800" dirty="0"/>
              <a:t> </a:t>
            </a:r>
          </a:p>
          <a:p>
            <a:pPr lvl="1"/>
            <a:r>
              <a:rPr lang="en-GB" sz="1800" dirty="0"/>
              <a:t>Figma, Adobe XD, Sketch (UI/UX Design)</a:t>
            </a:r>
          </a:p>
          <a:p>
            <a:pPr lvl="1"/>
            <a:r>
              <a:rPr lang="en-GB" sz="1800" dirty="0"/>
              <a:t>Wireframing tools (Balsamiq, </a:t>
            </a:r>
            <a:r>
              <a:rPr lang="en-GB" sz="1800" dirty="0" err="1"/>
              <a:t>Lucidchart</a:t>
            </a:r>
            <a:r>
              <a:rPr lang="en-GB" sz="1800" dirty="0"/>
              <a:t>)</a:t>
            </a:r>
          </a:p>
          <a:p>
            <a:pPr lvl="1"/>
            <a:r>
              <a:rPr lang="en-GB" sz="1800" dirty="0"/>
              <a:t>Prototyping tools (InVision)</a:t>
            </a:r>
          </a:p>
          <a:p>
            <a:pPr marL="542925" lvl="1" indent="-271463"/>
            <a:endParaRPr lang="en-GB" sz="1800" dirty="0"/>
          </a:p>
        </p:txBody>
      </p:sp>
      <p:sp>
        <p:nvSpPr>
          <p:cNvPr id="3" name="Content Placeholder 2">
            <a:extLst>
              <a:ext uri="{FF2B5EF4-FFF2-40B4-BE49-F238E27FC236}">
                <a16:creationId xmlns:a16="http://schemas.microsoft.com/office/drawing/2014/main" id="{A9BDA0C8-5E72-FAE3-A129-DBA06B9A817A}"/>
              </a:ext>
            </a:extLst>
          </p:cNvPr>
          <p:cNvSpPr txBox="1">
            <a:spLocks noChangeArrowheads="1"/>
          </p:cNvSpPr>
          <p:nvPr/>
        </p:nvSpPr>
        <p:spPr bwMode="auto">
          <a:xfrm>
            <a:off x="289352" y="2953560"/>
            <a:ext cx="5434776" cy="652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Intent: </a:t>
            </a:r>
            <a:r>
              <a:rPr lang="en-GB" sz="1800" dirty="0"/>
              <a:t>To ensure a smooth, intuitive, and engaging user experience.</a:t>
            </a:r>
          </a:p>
        </p:txBody>
      </p:sp>
      <p:pic>
        <p:nvPicPr>
          <p:cNvPr id="4" name="Online Media 3" title="Figma Tutorial for Beginners (13-min crash course!)">
            <a:hlinkClick r:id="" action="ppaction://media"/>
            <a:extLst>
              <a:ext uri="{FF2B5EF4-FFF2-40B4-BE49-F238E27FC236}">
                <a16:creationId xmlns:a16="http://schemas.microsoft.com/office/drawing/2014/main" id="{050D41C5-B99B-964E-6923-43F6925FCE0F}"/>
              </a:ext>
            </a:extLst>
          </p:cNvPr>
          <p:cNvPicPr>
            <a:picLocks noRot="1" noChangeAspect="1"/>
          </p:cNvPicPr>
          <p:nvPr>
            <a:videoFile r:link="rId1"/>
          </p:nvPr>
        </p:nvPicPr>
        <p:blipFill>
          <a:blip r:embed="rId4"/>
          <a:stretch>
            <a:fillRect/>
          </a:stretch>
        </p:blipFill>
        <p:spPr>
          <a:xfrm>
            <a:off x="5690386" y="4797767"/>
            <a:ext cx="3042439" cy="1718767"/>
          </a:xfrm>
          <a:prstGeom prst="rect">
            <a:avLst/>
          </a:prstGeom>
        </p:spPr>
      </p:pic>
      <p:pic>
        <p:nvPicPr>
          <p:cNvPr id="6146" name="Picture 2" descr="UX vs UI design: What's the difference? [2025 Update]">
            <a:extLst>
              <a:ext uri="{FF2B5EF4-FFF2-40B4-BE49-F238E27FC236}">
                <a16:creationId xmlns:a16="http://schemas.microsoft.com/office/drawing/2014/main" id="{E8701E5B-1B5A-0BBF-0A96-D744C3530B1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90386" y="2632060"/>
            <a:ext cx="3074045" cy="15952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700870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9383C9-044B-B35C-4837-183100ECA9C5}"/>
            </a:ext>
          </a:extLst>
        </p:cNvPr>
        <p:cNvGrpSpPr/>
        <p:nvPr/>
      </p:nvGrpSpPr>
      <p:grpSpPr>
        <a:xfrm>
          <a:off x="0" y="0"/>
          <a:ext cx="0" cy="0"/>
          <a:chOff x="0" y="0"/>
          <a:chExt cx="0" cy="0"/>
        </a:xfrm>
      </p:grpSpPr>
      <p:sp>
        <p:nvSpPr>
          <p:cNvPr id="18434" name="Title 1">
            <a:extLst>
              <a:ext uri="{FF2B5EF4-FFF2-40B4-BE49-F238E27FC236}">
                <a16:creationId xmlns:a16="http://schemas.microsoft.com/office/drawing/2014/main" id="{7E5671CB-A0AC-C9BE-A7D6-9AF36ACC50B3}"/>
              </a:ext>
            </a:extLst>
          </p:cNvPr>
          <p:cNvSpPr>
            <a:spLocks noGrp="1" noChangeArrowheads="1"/>
          </p:cNvSpPr>
          <p:nvPr>
            <p:ph type="title"/>
          </p:nvPr>
        </p:nvSpPr>
        <p:spPr>
          <a:xfrm>
            <a:off x="1547664" y="337483"/>
            <a:ext cx="6768752" cy="939800"/>
          </a:xfrm>
        </p:spPr>
        <p:txBody>
          <a:bodyPr/>
          <a:lstStyle/>
          <a:p>
            <a:r>
              <a:rPr lang="en-GB" sz="3600" b="1" dirty="0">
                <a:solidFill>
                  <a:srgbClr val="0070C0"/>
                </a:solidFill>
              </a:rPr>
              <a:t>Plan How to Solve Key Problems (Algorithms)</a:t>
            </a:r>
            <a:endParaRPr lang="en-US" altLang="en-US" sz="3600" b="1" dirty="0">
              <a:solidFill>
                <a:srgbClr val="0070C0"/>
              </a:solidFill>
            </a:endParaRPr>
          </a:p>
        </p:txBody>
      </p:sp>
      <p:sp>
        <p:nvSpPr>
          <p:cNvPr id="18435" name="Content Placeholder 2">
            <a:extLst>
              <a:ext uri="{FF2B5EF4-FFF2-40B4-BE49-F238E27FC236}">
                <a16:creationId xmlns:a16="http://schemas.microsoft.com/office/drawing/2014/main" id="{DD5F1E27-332D-6F1F-EE9C-6F880FB0D2A2}"/>
              </a:ext>
            </a:extLst>
          </p:cNvPr>
          <p:cNvSpPr>
            <a:spLocks noGrp="1" noChangeArrowheads="1"/>
          </p:cNvSpPr>
          <p:nvPr>
            <p:ph idx="1"/>
          </p:nvPr>
        </p:nvSpPr>
        <p:spPr>
          <a:xfrm>
            <a:off x="289352" y="1981290"/>
            <a:ext cx="8351838" cy="504056"/>
          </a:xfrm>
        </p:spPr>
        <p:txBody>
          <a:bodyPr/>
          <a:lstStyle/>
          <a:p>
            <a:r>
              <a:rPr lang="en-GB" sz="1800" dirty="0"/>
              <a:t>Designing the logic and operations that power core product features.</a:t>
            </a:r>
          </a:p>
        </p:txBody>
      </p:sp>
      <p:sp>
        <p:nvSpPr>
          <p:cNvPr id="2" name="Content Placeholder 2">
            <a:extLst>
              <a:ext uri="{FF2B5EF4-FFF2-40B4-BE49-F238E27FC236}">
                <a16:creationId xmlns:a16="http://schemas.microsoft.com/office/drawing/2014/main" id="{E9E50DF5-3571-E599-802B-3641D8A49352}"/>
              </a:ext>
            </a:extLst>
          </p:cNvPr>
          <p:cNvSpPr txBox="1">
            <a:spLocks noChangeArrowheads="1"/>
          </p:cNvSpPr>
          <p:nvPr/>
        </p:nvSpPr>
        <p:spPr bwMode="auto">
          <a:xfrm>
            <a:off x="396081" y="4365104"/>
            <a:ext cx="4968007" cy="1728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Tools used:</a:t>
            </a:r>
            <a:r>
              <a:rPr lang="en-GB" sz="1800" dirty="0"/>
              <a:t> </a:t>
            </a:r>
          </a:p>
          <a:p>
            <a:pPr lvl="1"/>
            <a:r>
              <a:rPr lang="en-GB" sz="1800" dirty="0"/>
              <a:t>Flowcharts and Pseudocode</a:t>
            </a:r>
          </a:p>
          <a:p>
            <a:pPr lvl="1"/>
            <a:r>
              <a:rPr lang="en-GB" sz="1800" dirty="0"/>
              <a:t>Python, JavaScript, or C# (for logic prototypes)</a:t>
            </a:r>
          </a:p>
          <a:p>
            <a:pPr lvl="1"/>
            <a:r>
              <a:rPr lang="en-GB" sz="1800" dirty="0"/>
              <a:t>Algorithm simulators or IDEs (Visual Studio Code, </a:t>
            </a:r>
            <a:r>
              <a:rPr lang="en-GB" sz="1800" dirty="0" err="1"/>
              <a:t>Replit</a:t>
            </a:r>
            <a:r>
              <a:rPr lang="en-GB" sz="1800" dirty="0"/>
              <a:t>)</a:t>
            </a:r>
          </a:p>
          <a:p>
            <a:pPr marL="542925" lvl="1" indent="-271463"/>
            <a:endParaRPr lang="en-GB" sz="1800" dirty="0"/>
          </a:p>
        </p:txBody>
      </p:sp>
      <p:sp>
        <p:nvSpPr>
          <p:cNvPr id="3" name="Content Placeholder 2">
            <a:extLst>
              <a:ext uri="{FF2B5EF4-FFF2-40B4-BE49-F238E27FC236}">
                <a16:creationId xmlns:a16="http://schemas.microsoft.com/office/drawing/2014/main" id="{72413727-2CE0-78E8-0908-B618B4922475}"/>
              </a:ext>
            </a:extLst>
          </p:cNvPr>
          <p:cNvSpPr txBox="1">
            <a:spLocks noChangeArrowheads="1"/>
          </p:cNvSpPr>
          <p:nvPr/>
        </p:nvSpPr>
        <p:spPr bwMode="auto">
          <a:xfrm>
            <a:off x="289352" y="2953560"/>
            <a:ext cx="5074736" cy="652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Intent: </a:t>
            </a:r>
            <a:r>
              <a:rPr lang="en-GB" sz="1800" dirty="0"/>
              <a:t>To efficiently and accurately solve specific problems or enable essential functionalities.</a:t>
            </a:r>
          </a:p>
        </p:txBody>
      </p:sp>
      <p:pic>
        <p:nvPicPr>
          <p:cNvPr id="5" name="Picture 4">
            <a:extLst>
              <a:ext uri="{FF2B5EF4-FFF2-40B4-BE49-F238E27FC236}">
                <a16:creationId xmlns:a16="http://schemas.microsoft.com/office/drawing/2014/main" id="{F2DFA8C5-8F5F-2C1B-6155-B5AAD48B37E5}"/>
              </a:ext>
            </a:extLst>
          </p:cNvPr>
          <p:cNvPicPr>
            <a:picLocks noChangeAspect="1"/>
          </p:cNvPicPr>
          <p:nvPr/>
        </p:nvPicPr>
        <p:blipFill>
          <a:blip r:embed="rId3"/>
          <a:stretch>
            <a:fillRect/>
          </a:stretch>
        </p:blipFill>
        <p:spPr>
          <a:xfrm>
            <a:off x="5619720" y="2847047"/>
            <a:ext cx="2696696" cy="3651108"/>
          </a:xfrm>
          <a:prstGeom prst="rect">
            <a:avLst/>
          </a:prstGeom>
        </p:spPr>
      </p:pic>
    </p:spTree>
    <p:extLst>
      <p:ext uri="{BB962C8B-B14F-4D97-AF65-F5344CB8AC3E}">
        <p14:creationId xmlns:p14="http://schemas.microsoft.com/office/powerpoint/2010/main" val="25105307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3D91F8-51F0-00C7-27CB-CC2900F2C7EF}"/>
            </a:ext>
          </a:extLst>
        </p:cNvPr>
        <p:cNvGrpSpPr/>
        <p:nvPr/>
      </p:nvGrpSpPr>
      <p:grpSpPr>
        <a:xfrm>
          <a:off x="0" y="0"/>
          <a:ext cx="0" cy="0"/>
          <a:chOff x="0" y="0"/>
          <a:chExt cx="0" cy="0"/>
        </a:xfrm>
      </p:grpSpPr>
      <p:sp>
        <p:nvSpPr>
          <p:cNvPr id="18434" name="Title 1">
            <a:extLst>
              <a:ext uri="{FF2B5EF4-FFF2-40B4-BE49-F238E27FC236}">
                <a16:creationId xmlns:a16="http://schemas.microsoft.com/office/drawing/2014/main" id="{6D2E0B3D-13F3-7D4E-05B5-ED115AC94739}"/>
              </a:ext>
            </a:extLst>
          </p:cNvPr>
          <p:cNvSpPr>
            <a:spLocks noGrp="1" noChangeArrowheads="1"/>
          </p:cNvSpPr>
          <p:nvPr>
            <p:ph type="title"/>
          </p:nvPr>
        </p:nvSpPr>
        <p:spPr>
          <a:xfrm>
            <a:off x="1475656" y="446193"/>
            <a:ext cx="6768752" cy="939800"/>
          </a:xfrm>
        </p:spPr>
        <p:txBody>
          <a:bodyPr/>
          <a:lstStyle/>
          <a:p>
            <a:r>
              <a:rPr lang="en-GB" sz="3600" b="1" dirty="0">
                <a:solidFill>
                  <a:srgbClr val="0070C0"/>
                </a:solidFill>
              </a:rPr>
              <a:t>Create Data Requirement Designs</a:t>
            </a:r>
            <a:endParaRPr lang="en-US" altLang="en-US" sz="3600" b="1" dirty="0">
              <a:solidFill>
                <a:srgbClr val="0070C0"/>
              </a:solidFill>
            </a:endParaRPr>
          </a:p>
        </p:txBody>
      </p:sp>
      <p:sp>
        <p:nvSpPr>
          <p:cNvPr id="18435" name="Content Placeholder 2">
            <a:extLst>
              <a:ext uri="{FF2B5EF4-FFF2-40B4-BE49-F238E27FC236}">
                <a16:creationId xmlns:a16="http://schemas.microsoft.com/office/drawing/2014/main" id="{F2C121C3-347A-D052-D032-317298EE084B}"/>
              </a:ext>
            </a:extLst>
          </p:cNvPr>
          <p:cNvSpPr>
            <a:spLocks noGrp="1" noChangeArrowheads="1"/>
          </p:cNvSpPr>
          <p:nvPr>
            <p:ph idx="1"/>
          </p:nvPr>
        </p:nvSpPr>
        <p:spPr>
          <a:xfrm>
            <a:off x="289352" y="1981290"/>
            <a:ext cx="8351838" cy="504056"/>
          </a:xfrm>
        </p:spPr>
        <p:txBody>
          <a:bodyPr/>
          <a:lstStyle/>
          <a:p>
            <a:r>
              <a:rPr lang="en-GB" sz="1800" dirty="0"/>
              <a:t>Define how data will be stored, retrieved, and related within the product.</a:t>
            </a:r>
          </a:p>
        </p:txBody>
      </p:sp>
      <p:sp>
        <p:nvSpPr>
          <p:cNvPr id="2" name="Content Placeholder 2">
            <a:extLst>
              <a:ext uri="{FF2B5EF4-FFF2-40B4-BE49-F238E27FC236}">
                <a16:creationId xmlns:a16="http://schemas.microsoft.com/office/drawing/2014/main" id="{DC1719A7-1F06-CE5A-F2F5-7AB7DF78EA89}"/>
              </a:ext>
            </a:extLst>
          </p:cNvPr>
          <p:cNvSpPr txBox="1">
            <a:spLocks noChangeArrowheads="1"/>
          </p:cNvSpPr>
          <p:nvPr/>
        </p:nvSpPr>
        <p:spPr bwMode="auto">
          <a:xfrm>
            <a:off x="280882" y="3985907"/>
            <a:ext cx="4175919" cy="1728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Tools used:</a:t>
            </a:r>
            <a:r>
              <a:rPr lang="en-GB" sz="1800" dirty="0"/>
              <a:t> </a:t>
            </a:r>
          </a:p>
          <a:p>
            <a:pPr lvl="1"/>
            <a:r>
              <a:rPr lang="en-GB" sz="1800" dirty="0"/>
              <a:t>ER Diagram Tools (dbdiagram.io, </a:t>
            </a:r>
            <a:r>
              <a:rPr lang="en-GB" sz="1800" dirty="0" err="1"/>
              <a:t>Lucidchart</a:t>
            </a:r>
            <a:r>
              <a:rPr lang="en-GB" sz="1800" dirty="0"/>
              <a:t>)</a:t>
            </a:r>
          </a:p>
          <a:p>
            <a:pPr lvl="1"/>
            <a:r>
              <a:rPr lang="en-GB" sz="1800" dirty="0"/>
              <a:t>SQL/NoSQL Databases (MySQL, MongoDB)</a:t>
            </a:r>
          </a:p>
          <a:p>
            <a:pPr lvl="1"/>
            <a:r>
              <a:rPr lang="en-GB" sz="1800" dirty="0"/>
              <a:t>Data </a:t>
            </a:r>
            <a:r>
              <a:rPr lang="en-GB" sz="1800" dirty="0" err="1"/>
              <a:t>Modeling</a:t>
            </a:r>
            <a:r>
              <a:rPr lang="en-GB" sz="1800" dirty="0"/>
              <a:t> Tools (MySQL Workbench, </a:t>
            </a:r>
            <a:r>
              <a:rPr lang="en-GB" sz="1800" dirty="0" err="1"/>
              <a:t>pgModeler</a:t>
            </a:r>
            <a:r>
              <a:rPr lang="en-GB" sz="1800" dirty="0"/>
              <a:t>)</a:t>
            </a:r>
          </a:p>
          <a:p>
            <a:pPr marL="542925" lvl="1" indent="-271463"/>
            <a:endParaRPr lang="en-GB" sz="1800" dirty="0"/>
          </a:p>
        </p:txBody>
      </p:sp>
      <p:sp>
        <p:nvSpPr>
          <p:cNvPr id="3" name="Content Placeholder 2">
            <a:extLst>
              <a:ext uri="{FF2B5EF4-FFF2-40B4-BE49-F238E27FC236}">
                <a16:creationId xmlns:a16="http://schemas.microsoft.com/office/drawing/2014/main" id="{D92EFCBC-1D2A-C3A3-028F-1E6C352BE008}"/>
              </a:ext>
            </a:extLst>
          </p:cNvPr>
          <p:cNvSpPr txBox="1">
            <a:spLocks noChangeArrowheads="1"/>
          </p:cNvSpPr>
          <p:nvPr/>
        </p:nvSpPr>
        <p:spPr bwMode="auto">
          <a:xfrm>
            <a:off x="289352" y="2953560"/>
            <a:ext cx="8565296" cy="652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Intent: </a:t>
            </a:r>
            <a:r>
              <a:rPr lang="en-GB" sz="1800" dirty="0"/>
              <a:t>To support functionality and scalability with a reliable data structure.</a:t>
            </a:r>
          </a:p>
        </p:txBody>
      </p:sp>
      <p:pic>
        <p:nvPicPr>
          <p:cNvPr id="4098" name="Picture 2" descr="Best ER Diagram Tool">
            <a:extLst>
              <a:ext uri="{FF2B5EF4-FFF2-40B4-BE49-F238E27FC236}">
                <a16:creationId xmlns:a16="http://schemas.microsoft.com/office/drawing/2014/main" id="{06EDF55D-84DB-F5EA-2DF0-1EF55C3045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10591" y="3633563"/>
            <a:ext cx="4422233" cy="24867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886318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25BB87-6323-73ED-8035-D5FBF56DFEAC}"/>
            </a:ext>
          </a:extLst>
        </p:cNvPr>
        <p:cNvGrpSpPr/>
        <p:nvPr/>
      </p:nvGrpSpPr>
      <p:grpSpPr>
        <a:xfrm>
          <a:off x="0" y="0"/>
          <a:ext cx="0" cy="0"/>
          <a:chOff x="0" y="0"/>
          <a:chExt cx="0" cy="0"/>
        </a:xfrm>
      </p:grpSpPr>
      <p:sp>
        <p:nvSpPr>
          <p:cNvPr id="18434" name="Title 1">
            <a:extLst>
              <a:ext uri="{FF2B5EF4-FFF2-40B4-BE49-F238E27FC236}">
                <a16:creationId xmlns:a16="http://schemas.microsoft.com/office/drawing/2014/main" id="{EB72EA4E-9536-B326-6054-85A5D3A5932B}"/>
              </a:ext>
            </a:extLst>
          </p:cNvPr>
          <p:cNvSpPr>
            <a:spLocks noGrp="1" noChangeArrowheads="1"/>
          </p:cNvSpPr>
          <p:nvPr>
            <p:ph type="title"/>
          </p:nvPr>
        </p:nvSpPr>
        <p:spPr>
          <a:xfrm>
            <a:off x="1475656" y="446193"/>
            <a:ext cx="6768752" cy="939800"/>
          </a:xfrm>
        </p:spPr>
        <p:txBody>
          <a:bodyPr/>
          <a:lstStyle/>
          <a:p>
            <a:r>
              <a:rPr lang="en-GB" sz="3600" b="1" dirty="0">
                <a:solidFill>
                  <a:srgbClr val="0070C0"/>
                </a:solidFill>
              </a:rPr>
              <a:t>Create a Proof of Concept</a:t>
            </a:r>
            <a:endParaRPr lang="en-US" altLang="en-US" sz="3600" b="1" dirty="0">
              <a:solidFill>
                <a:srgbClr val="0070C0"/>
              </a:solidFill>
            </a:endParaRPr>
          </a:p>
        </p:txBody>
      </p:sp>
      <p:sp>
        <p:nvSpPr>
          <p:cNvPr id="18435" name="Content Placeholder 2">
            <a:extLst>
              <a:ext uri="{FF2B5EF4-FFF2-40B4-BE49-F238E27FC236}">
                <a16:creationId xmlns:a16="http://schemas.microsoft.com/office/drawing/2014/main" id="{45EB86E8-A1F5-C05A-869A-EE09093BAF2C}"/>
              </a:ext>
            </a:extLst>
          </p:cNvPr>
          <p:cNvSpPr>
            <a:spLocks noGrp="1" noChangeArrowheads="1"/>
          </p:cNvSpPr>
          <p:nvPr>
            <p:ph idx="1"/>
          </p:nvPr>
        </p:nvSpPr>
        <p:spPr>
          <a:xfrm>
            <a:off x="289352" y="1981290"/>
            <a:ext cx="8351838" cy="504056"/>
          </a:xfrm>
        </p:spPr>
        <p:txBody>
          <a:bodyPr/>
          <a:lstStyle/>
          <a:p>
            <a:r>
              <a:rPr lang="en-GB" sz="1800" dirty="0"/>
              <a:t>Build a small, working version of the product to test feasibility and demonstrate value.</a:t>
            </a:r>
          </a:p>
        </p:txBody>
      </p:sp>
      <p:sp>
        <p:nvSpPr>
          <p:cNvPr id="2" name="Content Placeholder 2">
            <a:extLst>
              <a:ext uri="{FF2B5EF4-FFF2-40B4-BE49-F238E27FC236}">
                <a16:creationId xmlns:a16="http://schemas.microsoft.com/office/drawing/2014/main" id="{5964442C-DF58-1CAF-3934-F4DDCF280FD4}"/>
              </a:ext>
            </a:extLst>
          </p:cNvPr>
          <p:cNvSpPr txBox="1">
            <a:spLocks noChangeArrowheads="1"/>
          </p:cNvSpPr>
          <p:nvPr/>
        </p:nvSpPr>
        <p:spPr bwMode="auto">
          <a:xfrm>
            <a:off x="396081" y="4365104"/>
            <a:ext cx="6768207" cy="1728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Tools used:</a:t>
            </a:r>
            <a:r>
              <a:rPr lang="en-GB" sz="1800" dirty="0"/>
              <a:t> </a:t>
            </a:r>
          </a:p>
          <a:p>
            <a:pPr lvl="1"/>
            <a:r>
              <a:rPr lang="en-GB" sz="1800" dirty="0"/>
              <a:t>Low-code/no-code tools (Bubble, Glide)</a:t>
            </a:r>
          </a:p>
          <a:p>
            <a:pPr lvl="1"/>
            <a:r>
              <a:rPr lang="en-GB" sz="1800" dirty="0"/>
              <a:t>Frameworks (React, Flask, Node.js)</a:t>
            </a:r>
          </a:p>
          <a:p>
            <a:pPr lvl="1"/>
            <a:r>
              <a:rPr lang="en-GB" sz="1800" dirty="0"/>
              <a:t>Mock APIs or dummy data generators</a:t>
            </a:r>
          </a:p>
          <a:p>
            <a:pPr marL="542925" lvl="1" indent="-271463"/>
            <a:endParaRPr lang="en-GB" sz="1800" dirty="0"/>
          </a:p>
        </p:txBody>
      </p:sp>
      <p:sp>
        <p:nvSpPr>
          <p:cNvPr id="3" name="Content Placeholder 2">
            <a:extLst>
              <a:ext uri="{FF2B5EF4-FFF2-40B4-BE49-F238E27FC236}">
                <a16:creationId xmlns:a16="http://schemas.microsoft.com/office/drawing/2014/main" id="{E2EDC076-C239-E963-5678-268BE4EF9785}"/>
              </a:ext>
            </a:extLst>
          </p:cNvPr>
          <p:cNvSpPr txBox="1">
            <a:spLocks noChangeArrowheads="1"/>
          </p:cNvSpPr>
          <p:nvPr/>
        </p:nvSpPr>
        <p:spPr bwMode="auto">
          <a:xfrm>
            <a:off x="289352" y="2953560"/>
            <a:ext cx="8565296" cy="652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Intent: </a:t>
            </a:r>
            <a:r>
              <a:rPr lang="en-GB" sz="1800" dirty="0"/>
              <a:t>To validate technical assumptions and gather early feedback from stakeholders.</a:t>
            </a:r>
          </a:p>
        </p:txBody>
      </p:sp>
      <p:pic>
        <p:nvPicPr>
          <p:cNvPr id="3074" name="Picture 2" descr="What Is Proof of Concept? POC Examples &amp; Writing Guide [2025] • Asana">
            <a:extLst>
              <a:ext uri="{FF2B5EF4-FFF2-40B4-BE49-F238E27FC236}">
                <a16:creationId xmlns:a16="http://schemas.microsoft.com/office/drawing/2014/main" id="{6884ABC0-A76A-4892-D364-5F497DFE64A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4930" y="3512056"/>
            <a:ext cx="2410440" cy="1408601"/>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What Is Proof of Concept? A Comprehensive Guide">
            <a:extLst>
              <a:ext uri="{FF2B5EF4-FFF2-40B4-BE49-F238E27FC236}">
                <a16:creationId xmlns:a16="http://schemas.microsoft.com/office/drawing/2014/main" id="{C3D27A3E-F472-D88B-F8BA-41E8A5D106A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1422" y="5154793"/>
            <a:ext cx="2302996" cy="12954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328014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2525D1-7323-88CE-27E3-2B997696E434}"/>
            </a:ext>
          </a:extLst>
        </p:cNvPr>
        <p:cNvGrpSpPr/>
        <p:nvPr/>
      </p:nvGrpSpPr>
      <p:grpSpPr>
        <a:xfrm>
          <a:off x="0" y="0"/>
          <a:ext cx="0" cy="0"/>
          <a:chOff x="0" y="0"/>
          <a:chExt cx="0" cy="0"/>
        </a:xfrm>
      </p:grpSpPr>
      <p:sp>
        <p:nvSpPr>
          <p:cNvPr id="18434" name="Title 1">
            <a:extLst>
              <a:ext uri="{FF2B5EF4-FFF2-40B4-BE49-F238E27FC236}">
                <a16:creationId xmlns:a16="http://schemas.microsoft.com/office/drawing/2014/main" id="{A67A2434-BC90-2362-D175-96D1163837B1}"/>
              </a:ext>
            </a:extLst>
          </p:cNvPr>
          <p:cNvSpPr>
            <a:spLocks noGrp="1" noChangeArrowheads="1"/>
          </p:cNvSpPr>
          <p:nvPr>
            <p:ph type="title"/>
          </p:nvPr>
        </p:nvSpPr>
        <p:spPr>
          <a:xfrm>
            <a:off x="1475656" y="446193"/>
            <a:ext cx="7165534" cy="939800"/>
          </a:xfrm>
        </p:spPr>
        <p:txBody>
          <a:bodyPr/>
          <a:lstStyle/>
          <a:p>
            <a:r>
              <a:rPr lang="en-GB" sz="3200" b="1" dirty="0">
                <a:solidFill>
                  <a:srgbClr val="0070C0"/>
                </a:solidFill>
              </a:rPr>
              <a:t>Produce Initial Testing Schedule</a:t>
            </a:r>
            <a:endParaRPr lang="en-US" altLang="en-US" sz="3200" b="1" dirty="0">
              <a:solidFill>
                <a:srgbClr val="0070C0"/>
              </a:solidFill>
            </a:endParaRPr>
          </a:p>
        </p:txBody>
      </p:sp>
      <p:sp>
        <p:nvSpPr>
          <p:cNvPr id="18435" name="Content Placeholder 2">
            <a:extLst>
              <a:ext uri="{FF2B5EF4-FFF2-40B4-BE49-F238E27FC236}">
                <a16:creationId xmlns:a16="http://schemas.microsoft.com/office/drawing/2014/main" id="{38BB32EB-6F4A-F88C-FC7E-B8D153160567}"/>
              </a:ext>
            </a:extLst>
          </p:cNvPr>
          <p:cNvSpPr>
            <a:spLocks noGrp="1" noChangeArrowheads="1"/>
          </p:cNvSpPr>
          <p:nvPr>
            <p:ph idx="1"/>
          </p:nvPr>
        </p:nvSpPr>
        <p:spPr>
          <a:xfrm>
            <a:off x="289352" y="1981290"/>
            <a:ext cx="8351838" cy="504056"/>
          </a:xfrm>
        </p:spPr>
        <p:txBody>
          <a:bodyPr/>
          <a:lstStyle/>
          <a:p>
            <a:r>
              <a:rPr lang="en-GB" sz="1800" dirty="0"/>
              <a:t>Plan how and when product components will be tested.</a:t>
            </a:r>
          </a:p>
        </p:txBody>
      </p:sp>
      <p:sp>
        <p:nvSpPr>
          <p:cNvPr id="2" name="Content Placeholder 2">
            <a:extLst>
              <a:ext uri="{FF2B5EF4-FFF2-40B4-BE49-F238E27FC236}">
                <a16:creationId xmlns:a16="http://schemas.microsoft.com/office/drawing/2014/main" id="{E08F35D3-F419-1A60-C523-362B20D56079}"/>
              </a:ext>
            </a:extLst>
          </p:cNvPr>
          <p:cNvSpPr txBox="1">
            <a:spLocks noChangeArrowheads="1"/>
          </p:cNvSpPr>
          <p:nvPr/>
        </p:nvSpPr>
        <p:spPr bwMode="auto">
          <a:xfrm>
            <a:off x="396081" y="4365104"/>
            <a:ext cx="4175919" cy="1728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Tools used:</a:t>
            </a:r>
            <a:r>
              <a:rPr lang="en-GB" sz="1800" dirty="0"/>
              <a:t> </a:t>
            </a:r>
          </a:p>
          <a:p>
            <a:pPr lvl="1"/>
            <a:r>
              <a:rPr lang="en-GB" sz="1800" dirty="0"/>
              <a:t>Test Case Management (TestRail, Zephyr)</a:t>
            </a:r>
          </a:p>
          <a:p>
            <a:pPr lvl="1"/>
            <a:r>
              <a:rPr lang="en-GB" sz="1800" dirty="0"/>
              <a:t>Automated Testing Tools (Selenium, Jest)</a:t>
            </a:r>
          </a:p>
          <a:p>
            <a:pPr lvl="1"/>
            <a:r>
              <a:rPr lang="en-GB" sz="1800" dirty="0"/>
              <a:t>Bug Tracking (Jira, GitHub Issues)</a:t>
            </a:r>
          </a:p>
          <a:p>
            <a:pPr marL="542925" lvl="1" indent="-271463"/>
            <a:endParaRPr lang="en-GB" sz="1800" dirty="0"/>
          </a:p>
        </p:txBody>
      </p:sp>
      <p:sp>
        <p:nvSpPr>
          <p:cNvPr id="3" name="Content Placeholder 2">
            <a:extLst>
              <a:ext uri="{FF2B5EF4-FFF2-40B4-BE49-F238E27FC236}">
                <a16:creationId xmlns:a16="http://schemas.microsoft.com/office/drawing/2014/main" id="{F0C707E9-12A2-1EBF-A7CE-2C155400966D}"/>
              </a:ext>
            </a:extLst>
          </p:cNvPr>
          <p:cNvSpPr txBox="1">
            <a:spLocks noChangeArrowheads="1"/>
          </p:cNvSpPr>
          <p:nvPr/>
        </p:nvSpPr>
        <p:spPr bwMode="auto">
          <a:xfrm>
            <a:off x="289352" y="2953560"/>
            <a:ext cx="8565296" cy="652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Intent: </a:t>
            </a:r>
            <a:r>
              <a:rPr lang="en-GB" sz="1800" dirty="0"/>
              <a:t>To identify bugs early, ensure quality, and reduce risk before deployment.</a:t>
            </a:r>
          </a:p>
        </p:txBody>
      </p:sp>
      <p:pic>
        <p:nvPicPr>
          <p:cNvPr id="5" name="Picture 4">
            <a:extLst>
              <a:ext uri="{FF2B5EF4-FFF2-40B4-BE49-F238E27FC236}">
                <a16:creationId xmlns:a16="http://schemas.microsoft.com/office/drawing/2014/main" id="{A76939D1-ED05-0B14-6914-4BE4C15422D9}"/>
              </a:ext>
            </a:extLst>
          </p:cNvPr>
          <p:cNvPicPr>
            <a:picLocks noChangeAspect="1"/>
          </p:cNvPicPr>
          <p:nvPr/>
        </p:nvPicPr>
        <p:blipFill>
          <a:blip r:embed="rId4"/>
          <a:stretch>
            <a:fillRect/>
          </a:stretch>
        </p:blipFill>
        <p:spPr>
          <a:xfrm>
            <a:off x="4015389" y="3543460"/>
            <a:ext cx="2086067" cy="1173413"/>
          </a:xfrm>
          <a:prstGeom prst="rect">
            <a:avLst/>
          </a:prstGeom>
        </p:spPr>
      </p:pic>
      <p:pic>
        <p:nvPicPr>
          <p:cNvPr id="2052" name="Picture 4" descr="Defect tracking in software testing: complete overview">
            <a:extLst>
              <a:ext uri="{FF2B5EF4-FFF2-40B4-BE49-F238E27FC236}">
                <a16:creationId xmlns:a16="http://schemas.microsoft.com/office/drawing/2014/main" id="{476A4A05-27F5-E674-83D7-23087AAA2DE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33969" y="3447738"/>
            <a:ext cx="2339752" cy="1364855"/>
          </a:xfrm>
          <a:prstGeom prst="rect">
            <a:avLst/>
          </a:prstGeom>
          <a:noFill/>
          <a:extLst>
            <a:ext uri="{909E8E84-426E-40DD-AFC4-6F175D3DCCD1}">
              <a14:hiddenFill xmlns:a14="http://schemas.microsoft.com/office/drawing/2010/main">
                <a:solidFill>
                  <a:srgbClr val="FFFFFF"/>
                </a:solidFill>
              </a14:hiddenFill>
            </a:ext>
          </a:extLst>
        </p:spPr>
      </p:pic>
      <p:pic>
        <p:nvPicPr>
          <p:cNvPr id="6" name="Online Media 5" title="How to create an “issue tracker” template in Excel (bug tracker project)">
            <a:hlinkClick r:id="" action="ppaction://media"/>
            <a:extLst>
              <a:ext uri="{FF2B5EF4-FFF2-40B4-BE49-F238E27FC236}">
                <a16:creationId xmlns:a16="http://schemas.microsoft.com/office/drawing/2014/main" id="{1204188B-C8C2-756F-5F58-9BD6D979F2C5}"/>
              </a:ext>
            </a:extLst>
          </p:cNvPr>
          <p:cNvPicPr>
            <a:picLocks noRot="1" noChangeAspect="1"/>
          </p:cNvPicPr>
          <p:nvPr>
            <a:videoFile r:link="rId1"/>
          </p:nvPr>
        </p:nvPicPr>
        <p:blipFill>
          <a:blip r:embed="rId6"/>
          <a:stretch>
            <a:fillRect/>
          </a:stretch>
        </p:blipFill>
        <p:spPr>
          <a:xfrm>
            <a:off x="6457751" y="5046952"/>
            <a:ext cx="2415970" cy="1364855"/>
          </a:xfrm>
          <a:prstGeom prst="rect">
            <a:avLst/>
          </a:prstGeom>
        </p:spPr>
      </p:pic>
    </p:spTree>
    <p:extLst>
      <p:ext uri="{BB962C8B-B14F-4D97-AF65-F5344CB8AC3E}">
        <p14:creationId xmlns:p14="http://schemas.microsoft.com/office/powerpoint/2010/main" val="34741286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6"/>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2B9DB4-6706-C383-F264-E7013DF5621C}"/>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2D13CC28-A86B-63C9-8209-AE5863BDCE8D}"/>
              </a:ext>
            </a:extLst>
          </p:cNvPr>
          <p:cNvSpPr>
            <a:spLocks noGrp="1" noChangeArrowheads="1"/>
          </p:cNvSpPr>
          <p:nvPr>
            <p:ph type="title"/>
          </p:nvPr>
        </p:nvSpPr>
        <p:spPr>
          <a:xfrm>
            <a:off x="1258888" y="404813"/>
            <a:ext cx="7650162" cy="939800"/>
          </a:xfrm>
        </p:spPr>
        <p:txBody>
          <a:bodyPr/>
          <a:lstStyle/>
          <a:p>
            <a:pPr>
              <a:tabLst>
                <a:tab pos="266700" algn="l"/>
              </a:tabLst>
            </a:pPr>
            <a:r>
              <a:rPr lang="en-GB" sz="2400" b="1" dirty="0">
                <a:solidFill>
                  <a:srgbClr val="FF0000"/>
                </a:solidFill>
              </a:rPr>
              <a:t>Activity – Design Dash </a:t>
            </a:r>
            <a:br>
              <a:rPr lang="en-GB" sz="2400" b="1" dirty="0">
                <a:solidFill>
                  <a:srgbClr val="FF0000"/>
                </a:solidFill>
              </a:rPr>
            </a:br>
            <a:r>
              <a:rPr lang="en-GB" sz="2400" b="1" dirty="0">
                <a:solidFill>
                  <a:srgbClr val="FF0000"/>
                </a:solidFill>
              </a:rPr>
              <a:t>Build a Product from Scratch</a:t>
            </a:r>
            <a:endParaRPr lang="en-GB" altLang="en-US" sz="2400" b="1" dirty="0">
              <a:solidFill>
                <a:srgbClr val="FF0000"/>
              </a:solidFill>
            </a:endParaRPr>
          </a:p>
        </p:txBody>
      </p:sp>
      <p:sp>
        <p:nvSpPr>
          <p:cNvPr id="31747" name="Content Placeholder 2">
            <a:extLst>
              <a:ext uri="{FF2B5EF4-FFF2-40B4-BE49-F238E27FC236}">
                <a16:creationId xmlns:a16="http://schemas.microsoft.com/office/drawing/2014/main" id="{2BFB39CE-3A42-929B-5C38-DEFE2B0EAF45}"/>
              </a:ext>
            </a:extLst>
          </p:cNvPr>
          <p:cNvSpPr>
            <a:spLocks noGrp="1" noChangeArrowheads="1"/>
          </p:cNvSpPr>
          <p:nvPr>
            <p:ph idx="1"/>
          </p:nvPr>
        </p:nvSpPr>
        <p:spPr>
          <a:xfrm>
            <a:off x="198705" y="1876587"/>
            <a:ext cx="8771248" cy="1497003"/>
          </a:xfrm>
        </p:spPr>
        <p:txBody>
          <a:bodyPr/>
          <a:lstStyle/>
          <a:p>
            <a:r>
              <a:rPr lang="en-GB" sz="1800" b="1" dirty="0"/>
              <a:t>Objective:</a:t>
            </a:r>
            <a:r>
              <a:rPr lang="en-GB" sz="1800" dirty="0"/>
              <a:t> Work as a team to </a:t>
            </a:r>
            <a:r>
              <a:rPr lang="en-GB" sz="1800" b="1" dirty="0"/>
              <a:t>design a brand-new digital product</a:t>
            </a:r>
            <a:r>
              <a:rPr lang="en-GB" sz="1800" dirty="0"/>
              <a:t> — just like real-world designers and developers do. </a:t>
            </a:r>
          </a:p>
          <a:p>
            <a:endParaRPr lang="en-GB" sz="1800" dirty="0"/>
          </a:p>
          <a:p>
            <a:r>
              <a:rPr lang="en-GB" sz="1800" dirty="0"/>
              <a:t>You’ll go through the </a:t>
            </a:r>
            <a:r>
              <a:rPr lang="en-GB" sz="1800" b="1" dirty="0"/>
              <a:t>key stages of product design</a:t>
            </a:r>
            <a:r>
              <a:rPr lang="en-GB" sz="1800" dirty="0"/>
              <a:t>, from idea to prototype.</a:t>
            </a:r>
          </a:p>
          <a:p>
            <a:pPr marL="0" indent="0">
              <a:buNone/>
            </a:pPr>
            <a:endParaRPr lang="en-GB" sz="1800" b="1" dirty="0"/>
          </a:p>
        </p:txBody>
      </p:sp>
      <p:sp>
        <p:nvSpPr>
          <p:cNvPr id="3" name="Content Placeholder 2">
            <a:extLst>
              <a:ext uri="{FF2B5EF4-FFF2-40B4-BE49-F238E27FC236}">
                <a16:creationId xmlns:a16="http://schemas.microsoft.com/office/drawing/2014/main" id="{F0708651-7EF1-6716-9A44-1A8E85AB6674}"/>
              </a:ext>
            </a:extLst>
          </p:cNvPr>
          <p:cNvSpPr txBox="1">
            <a:spLocks noChangeArrowheads="1"/>
          </p:cNvSpPr>
          <p:nvPr/>
        </p:nvSpPr>
        <p:spPr bwMode="auto">
          <a:xfrm>
            <a:off x="208989" y="3484409"/>
            <a:ext cx="4248472" cy="2736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kern="0" dirty="0"/>
              <a:t>Instructions:</a:t>
            </a:r>
            <a:endParaRPr lang="en-GB" sz="1800" kern="0" dirty="0"/>
          </a:p>
          <a:p>
            <a:pPr lvl="1"/>
            <a:r>
              <a:rPr lang="en-GB" sz="1800" kern="0" dirty="0"/>
              <a:t>Identify a real-world problem</a:t>
            </a:r>
          </a:p>
          <a:p>
            <a:pPr lvl="1"/>
            <a:r>
              <a:rPr lang="en-GB" sz="1800" kern="0" dirty="0"/>
              <a:t>Come up with a product idea</a:t>
            </a:r>
          </a:p>
          <a:p>
            <a:pPr lvl="1"/>
            <a:r>
              <a:rPr lang="en-GB" sz="1800" kern="0" dirty="0"/>
              <a:t>Design a simple user interface</a:t>
            </a:r>
          </a:p>
          <a:p>
            <a:pPr lvl="1"/>
            <a:r>
              <a:rPr lang="en-GB" sz="1800" kern="0" dirty="0"/>
              <a:t>Plan how the product will work (logic)</a:t>
            </a:r>
          </a:p>
          <a:p>
            <a:pPr lvl="1"/>
            <a:r>
              <a:rPr lang="en-GB" sz="1800" kern="0" dirty="0"/>
              <a:t>Decide what data it needs</a:t>
            </a:r>
          </a:p>
          <a:p>
            <a:pPr lvl="1"/>
            <a:r>
              <a:rPr lang="en-GB" sz="1800" kern="0" dirty="0"/>
              <a:t>Create a basic testing plan</a:t>
            </a:r>
          </a:p>
          <a:p>
            <a:pPr lvl="1"/>
            <a:r>
              <a:rPr lang="en-GB" sz="1800" kern="0" dirty="0"/>
              <a:t>Present your design to the class</a:t>
            </a:r>
          </a:p>
          <a:p>
            <a:pPr lvl="1"/>
            <a:endParaRPr lang="en-GB" sz="1800" kern="0" dirty="0"/>
          </a:p>
        </p:txBody>
      </p:sp>
      <p:sp>
        <p:nvSpPr>
          <p:cNvPr id="4" name="Content Placeholder 2">
            <a:extLst>
              <a:ext uri="{FF2B5EF4-FFF2-40B4-BE49-F238E27FC236}">
                <a16:creationId xmlns:a16="http://schemas.microsoft.com/office/drawing/2014/main" id="{4536FE11-46A6-119D-A13A-F2BD5FC32FC4}"/>
              </a:ext>
            </a:extLst>
          </p:cNvPr>
          <p:cNvSpPr txBox="1">
            <a:spLocks noChangeArrowheads="1"/>
          </p:cNvSpPr>
          <p:nvPr/>
        </p:nvSpPr>
        <p:spPr bwMode="auto">
          <a:xfrm>
            <a:off x="4605184" y="3410903"/>
            <a:ext cx="4364769" cy="31418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kern="0" dirty="0"/>
              <a:t>Deliverables:</a:t>
            </a:r>
            <a:endParaRPr lang="en-GB" sz="1800" kern="0" dirty="0"/>
          </a:p>
          <a:p>
            <a:pPr lvl="1"/>
            <a:r>
              <a:rPr lang="en-GB" sz="1800" dirty="0"/>
              <a:t>A clear product idea and target users</a:t>
            </a:r>
          </a:p>
          <a:p>
            <a:pPr lvl="1"/>
            <a:r>
              <a:rPr lang="en-GB" sz="1800" dirty="0"/>
              <a:t>A sketch or wireframe of the main screen</a:t>
            </a:r>
          </a:p>
          <a:p>
            <a:pPr lvl="1"/>
            <a:r>
              <a:rPr lang="en-GB" sz="1800" dirty="0"/>
              <a:t>A basic outline of how your product works (logic)</a:t>
            </a:r>
          </a:p>
          <a:p>
            <a:pPr lvl="1"/>
            <a:r>
              <a:rPr lang="en-GB" sz="1800" dirty="0"/>
              <a:t>A list of data requirements</a:t>
            </a:r>
          </a:p>
          <a:p>
            <a:pPr lvl="1"/>
            <a:r>
              <a:rPr lang="en-GB" sz="1800" dirty="0"/>
              <a:t>An initial testing plan</a:t>
            </a:r>
          </a:p>
          <a:p>
            <a:pPr lvl="1"/>
            <a:r>
              <a:rPr lang="en-GB" sz="1800" dirty="0"/>
              <a:t>A short team presentation</a:t>
            </a:r>
            <a:endParaRPr lang="en-GB" sz="1800" kern="0" dirty="0"/>
          </a:p>
        </p:txBody>
      </p:sp>
    </p:spTree>
    <p:extLst>
      <p:ext uri="{BB962C8B-B14F-4D97-AF65-F5344CB8AC3E}">
        <p14:creationId xmlns:p14="http://schemas.microsoft.com/office/powerpoint/2010/main" val="336491183"/>
      </p:ext>
    </p:extLst>
  </p:cSld>
  <p:clrMapOvr>
    <a:masterClrMapping/>
  </p:clrMapOvr>
</p:sld>
</file>

<file path=ppt/theme/theme1.xml><?xml version="1.0" encoding="utf-8"?>
<a:theme xmlns:a="http://schemas.openxmlformats.org/drawingml/2006/main" name="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
        <a:cs typeface="Arial"/>
      </a:majorFont>
      <a:minorFont>
        <a:latin typeface="Tahoma"/>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
        <a:cs typeface="Arial"/>
      </a:majorFont>
      <a:minorFont>
        <a:latin typeface="Tahoma"/>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C646F5E18B7F644AA5B880758D99BE0" ma:contentTypeVersion="0" ma:contentTypeDescription="Create a new document." ma:contentTypeScope="" ma:versionID="5dd15dd6ca134e1876e3a61e71abe859">
  <xsd:schema xmlns:xsd="http://www.w3.org/2001/XMLSchema" xmlns:xs="http://www.w3.org/2001/XMLSchema" xmlns:p="http://schemas.microsoft.com/office/2006/metadata/properties" targetNamespace="http://schemas.microsoft.com/office/2006/metadata/properties" ma:root="true" ma:fieldsID="31d5eec3c12ee2e8127422d567928fa7">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4EA8C9DE-401D-447C-A7F7-B647B2AB1C80}"/>
</file>

<file path=customXml/itemProps2.xml><?xml version="1.0" encoding="utf-8"?>
<ds:datastoreItem xmlns:ds="http://schemas.openxmlformats.org/officeDocument/2006/customXml" ds:itemID="{D9FFD33D-A316-40EA-822A-CF3472ED4571}"/>
</file>

<file path=customXml/itemProps3.xml><?xml version="1.0" encoding="utf-8"?>
<ds:datastoreItem xmlns:ds="http://schemas.openxmlformats.org/officeDocument/2006/customXml" ds:itemID="{9ED61296-645B-4F53-AD8B-BA195EF6B8BA}"/>
</file>

<file path=docProps/app.xml><?xml version="1.0" encoding="utf-8"?>
<Properties xmlns="http://schemas.openxmlformats.org/officeDocument/2006/extended-properties" xmlns:vt="http://schemas.openxmlformats.org/officeDocument/2006/docPropsVTypes">
  <Template/>
  <TotalTime>3489</TotalTime>
  <Words>1194</Words>
  <Application>Microsoft Office PowerPoint</Application>
  <PresentationFormat>On-screen Show (4:3)</PresentationFormat>
  <Paragraphs>136</Paragraphs>
  <Slides>10</Slides>
  <Notes>10</Notes>
  <HiddenSlides>0</HiddenSlides>
  <MMClips>3</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10</vt:i4>
      </vt:variant>
    </vt:vector>
  </HeadingPairs>
  <TitlesOfParts>
    <vt:vector size="15" baseType="lpstr">
      <vt:lpstr>Arial</vt:lpstr>
      <vt:lpstr>Tahoma</vt:lpstr>
      <vt:lpstr>Wingdings</vt:lpstr>
      <vt:lpstr>Blends</vt:lpstr>
      <vt:lpstr>1_Blends</vt:lpstr>
      <vt:lpstr>Occupational Specialist Component Content: Digital Production, Design and Development</vt:lpstr>
      <vt:lpstr>Learning Objectives</vt:lpstr>
      <vt:lpstr>What Is Product Design?</vt:lpstr>
      <vt:lpstr>Key Stages in Product Design</vt:lpstr>
      <vt:lpstr>Create Interface Designs</vt:lpstr>
      <vt:lpstr>Plan How to Solve Key Problems (Algorithms)</vt:lpstr>
      <vt:lpstr>Create Data Requirement Designs</vt:lpstr>
      <vt:lpstr>Create a Proof of Concept</vt:lpstr>
      <vt:lpstr>Produce Initial Testing Schedule</vt:lpstr>
      <vt:lpstr>Activity – Design Dash  Build a Product from Scratch</vt:lpstr>
    </vt:vector>
  </TitlesOfParts>
  <Company>dabs.com PLC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 Introduction to Programming and Visual Basic</dc:title>
  <dc:creator>Hamish</dc:creator>
  <cp:lastModifiedBy>Hamish Spencer</cp:lastModifiedBy>
  <cp:revision>553</cp:revision>
  <dcterms:created xsi:type="dcterms:W3CDTF">2010-11-28T12:04:27Z</dcterms:created>
  <dcterms:modified xsi:type="dcterms:W3CDTF">2025-07-30T11:56:42Z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0x0101001C646F5E18B7F644AA5B880758D99BE0</vt:lpwstr>
  </property>
</Properties>
</file>